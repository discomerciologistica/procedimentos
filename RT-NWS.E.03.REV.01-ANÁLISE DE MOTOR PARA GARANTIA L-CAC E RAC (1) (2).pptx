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Lst>
  <p:sldIdLst>
    <p:sldId id="256" r:id="rId4"/>
    <p:sldId id="261" r:id="rId5"/>
    <p:sldId id="257" r:id="rId6"/>
    <p:sldId id="259" r:id="rId7"/>
    <p:sldId id="260" r:id="rId8"/>
  </p:sldIdLst>
  <p:sldSz cx="6858000" cy="9144000" type="screen4x3"/>
  <p:notesSz cx="6668770" cy="987234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ção Padrão" id="{1964D743-772E-4BD7-8514-ABA6EC1CBD20}">
          <p14:sldIdLst>
            <p14:sldId id="256"/>
            <p14:sldId id="261"/>
            <p14:sldId id="257"/>
            <p14:sldId id="259"/>
            <p14:sldId id="260"/>
          </p14:sldIdLst>
        </p14:section>
      </p14:sectionLst>
    </p:ext>
    <p:ext uri="{EFAFB233-063F-42B5-8137-9DF3F51BA10A}">
      <p15:sldGuideLst xmlns:p15="http://schemas.microsoft.com/office/powerpoint/2012/main">
        <p15:guide id="1" orient="horz" pos="288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p:scale>
          <a:sx n="125" d="100"/>
          <a:sy n="125" d="100"/>
        </p:scale>
        <p:origin x="696" y="-2064"/>
      </p:cViewPr>
      <p:guideLst>
        <p:guide orient="horz" pos="288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presProps" Target="presProps.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1" Type="http://schemas.openxmlformats.org/officeDocument/2006/relationships/tableStyles" Target="tableStyles.xml"/><Relationship Id="rId10" Type="http://schemas.openxmlformats.org/officeDocument/2006/relationships/viewProps" Target="viewProps.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9" Type="http://schemas.openxmlformats.org/officeDocument/2006/relationships/image" Target="../media/image8.jpeg"/><Relationship Id="rId8" Type="http://schemas.openxmlformats.org/officeDocument/2006/relationships/image" Target="../media/image7.jpeg"/><Relationship Id="rId7" Type="http://schemas.openxmlformats.org/officeDocument/2006/relationships/image" Target="../media/image6.png"/><Relationship Id="rId6" Type="http://schemas.microsoft.com/office/2007/relationships/hdphoto" Target="../media/image5.wdp"/><Relationship Id="rId5" Type="http://schemas.openxmlformats.org/officeDocument/2006/relationships/image" Target="../media/image4.png"/><Relationship Id="rId4" Type="http://schemas.openxmlformats.org/officeDocument/2006/relationships/image" Target="../media/image3.jpeg"/><Relationship Id="rId3" Type="http://schemas.openxmlformats.org/officeDocument/2006/relationships/image" Target="../media/image2.png"/><Relationship Id="rId2" Type="http://schemas.openxmlformats.org/officeDocument/2006/relationships/image" Target="../media/image1.jpeg"/><Relationship Id="rId13" Type="http://schemas.openxmlformats.org/officeDocument/2006/relationships/image" Target="../media/image12.png"/><Relationship Id="rId12" Type="http://schemas.openxmlformats.org/officeDocument/2006/relationships/image" Target="../media/image11.png"/><Relationship Id="rId11" Type="http://schemas.openxmlformats.org/officeDocument/2006/relationships/image" Target="../media/image10.png"/><Relationship Id="rId10" Type="http://schemas.openxmlformats.org/officeDocument/2006/relationships/image" Target="../media/image9.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4" Type="http://schemas.openxmlformats.org/officeDocument/2006/relationships/image" Target="../media/image15.png"/><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image" Target="../media/image21.png"/><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lide de título">
    <p:spTree>
      <p:nvGrpSpPr>
        <p:cNvPr id="1" name=""/>
        <p:cNvGrpSpPr/>
        <p:nvPr/>
      </p:nvGrpSpPr>
      <p:grpSpPr>
        <a:xfrm>
          <a:off x="0" y="0"/>
          <a:ext cx="0" cy="0"/>
          <a:chOff x="0" y="0"/>
          <a:chExt cx="0" cy="0"/>
        </a:xfrm>
      </p:grpSpPr>
      <p:sp>
        <p:nvSpPr>
          <p:cNvPr id="10" name="Retângulo de cantos arredondados 9"/>
          <p:cNvSpPr/>
          <p:nvPr userDrawn="1"/>
        </p:nvSpPr>
        <p:spPr>
          <a:xfrm>
            <a:off x="0" y="999801"/>
            <a:ext cx="6866256" cy="314325"/>
          </a:xfrm>
          <a:prstGeom prst="roundRect">
            <a:avLst/>
          </a:prstGeom>
          <a:solidFill>
            <a:schemeClr val="accent5">
              <a:lumMod val="50000"/>
            </a:schemeClr>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lnSpc>
                <a:spcPct val="115000"/>
              </a:lnSpc>
              <a:spcAft>
                <a:spcPts val="1000"/>
              </a:spcAft>
            </a:pPr>
            <a:r>
              <a:rPr lang="pt-BR" sz="1200" b="1" dirty="0">
                <a:effectLst/>
                <a:latin typeface="Arial" panose="020B0604020202020204"/>
                <a:ea typeface="Calibri" panose="020F0502020204030204"/>
                <a:cs typeface="Times New Roman" panose="02020603050405020304"/>
              </a:rPr>
              <a:t>RELATÓRIO TÉCNICO – ANÁLISE</a:t>
            </a:r>
            <a:r>
              <a:rPr lang="pt-BR" sz="1200" b="1" baseline="0" dirty="0">
                <a:effectLst/>
                <a:latin typeface="Arial" panose="020B0604020202020204"/>
                <a:ea typeface="Calibri" panose="020F0502020204030204"/>
                <a:cs typeface="Times New Roman" panose="02020603050405020304"/>
              </a:rPr>
              <a:t> DE “MOTOR” PARA GARANTIA LCAC E RAC  </a:t>
            </a:r>
            <a:endParaRPr lang="en-US" sz="1100" dirty="0">
              <a:effectLst/>
              <a:ea typeface="Calibri" panose="020F0502020204030204"/>
              <a:cs typeface="Times New Roman" panose="02020603050405020304"/>
            </a:endParaRPr>
          </a:p>
        </p:txBody>
      </p:sp>
      <p:sp>
        <p:nvSpPr>
          <p:cNvPr id="11" name="Retângulo de cantos arredondados 10"/>
          <p:cNvSpPr/>
          <p:nvPr userDrawn="1"/>
        </p:nvSpPr>
        <p:spPr>
          <a:xfrm>
            <a:off x="0" y="1362386"/>
            <a:ext cx="3341053" cy="285750"/>
          </a:xfrm>
          <a:prstGeom prst="roundRect">
            <a:avLst/>
          </a:prstGeom>
          <a:solidFill>
            <a:schemeClr val="accent5">
              <a:lumMod val="75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nSpc>
                <a:spcPct val="115000"/>
              </a:lnSpc>
              <a:spcAft>
                <a:spcPts val="1000"/>
              </a:spcAft>
            </a:pPr>
            <a:r>
              <a:rPr lang="pt-BR" sz="1000" b="1" dirty="0">
                <a:effectLst/>
                <a:latin typeface="Arial" panose="020B0604020202020204"/>
                <a:ea typeface="Calibri" panose="020F0502020204030204"/>
                <a:cs typeface="Times New Roman" panose="02020603050405020304"/>
              </a:rPr>
              <a:t>CANAL:  ASD /</a:t>
            </a:r>
            <a:r>
              <a:rPr lang="pt-BR" sz="1000" b="1" baseline="0" dirty="0">
                <a:effectLst/>
                <a:latin typeface="Arial" panose="020B0604020202020204"/>
                <a:ea typeface="Calibri" panose="020F0502020204030204"/>
                <a:cs typeface="Times New Roman" panose="02020603050405020304"/>
              </a:rPr>
              <a:t> ASI – DISTRIBUIDOR / REVENDA  </a:t>
            </a:r>
            <a:endParaRPr lang="en-US" sz="1100" dirty="0">
              <a:effectLst/>
              <a:ea typeface="Calibri" panose="020F0502020204030204"/>
              <a:cs typeface="Times New Roman" panose="02020603050405020304"/>
            </a:endParaRPr>
          </a:p>
        </p:txBody>
      </p:sp>
      <p:sp>
        <p:nvSpPr>
          <p:cNvPr id="12" name="Retângulo de cantos arredondados 11"/>
          <p:cNvSpPr/>
          <p:nvPr userDrawn="1"/>
        </p:nvSpPr>
        <p:spPr>
          <a:xfrm>
            <a:off x="3385503" y="1362386"/>
            <a:ext cx="3472497" cy="285750"/>
          </a:xfrm>
          <a:prstGeom prst="roundRect">
            <a:avLst/>
          </a:prstGeom>
          <a:solidFill>
            <a:schemeClr val="accent5">
              <a:lumMod val="75000"/>
            </a:schemeClr>
          </a:solid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nSpc>
                <a:spcPct val="115000"/>
              </a:lnSpc>
              <a:spcAft>
                <a:spcPts val="1000"/>
              </a:spcAft>
            </a:pPr>
            <a:r>
              <a:rPr lang="pt-BR" sz="1000" b="1" dirty="0">
                <a:effectLst/>
                <a:latin typeface="Arial" panose="020B0604020202020204"/>
                <a:ea typeface="Calibri" panose="020F0502020204030204"/>
                <a:cs typeface="Times New Roman" panose="02020603050405020304"/>
              </a:rPr>
              <a:t>DATA APLICADA: 05/07/2021</a:t>
            </a:r>
            <a:endParaRPr lang="en-US" sz="1100" dirty="0">
              <a:effectLst/>
              <a:ea typeface="Calibri" panose="020F0502020204030204"/>
              <a:cs typeface="Times New Roman" panose="02020603050405020304"/>
            </a:endParaRPr>
          </a:p>
        </p:txBody>
      </p:sp>
      <p:sp>
        <p:nvSpPr>
          <p:cNvPr id="30" name="Retângulo 29"/>
          <p:cNvSpPr/>
          <p:nvPr userDrawn="1"/>
        </p:nvSpPr>
        <p:spPr>
          <a:xfrm>
            <a:off x="217714" y="1778769"/>
            <a:ext cx="6451646" cy="888232"/>
          </a:xfrm>
          <a:prstGeom prst="rect">
            <a:avLst/>
          </a:prstGeom>
          <a:solidFill>
            <a:srgbClr val="FFFF00"/>
          </a:solidFill>
          <a:ln w="666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00" dirty="0"/>
          </a:p>
        </p:txBody>
      </p:sp>
      <p:sp>
        <p:nvSpPr>
          <p:cNvPr id="31" name="CaixaDeTexto 30"/>
          <p:cNvSpPr txBox="1"/>
          <p:nvPr userDrawn="1"/>
        </p:nvSpPr>
        <p:spPr>
          <a:xfrm>
            <a:off x="291859" y="1867668"/>
            <a:ext cx="6305494" cy="738664"/>
          </a:xfrm>
          <a:prstGeom prst="rect">
            <a:avLst/>
          </a:prstGeom>
          <a:solidFill>
            <a:srgbClr val="FFFF00"/>
          </a:solidFill>
          <a:ln w="19050">
            <a:solidFill>
              <a:schemeClr val="tx1"/>
            </a:solidFill>
          </a:ln>
        </p:spPr>
        <p:txBody>
          <a:bodyPr wrap="square" rtlCol="0">
            <a:spAutoFit/>
          </a:bodyPr>
          <a:lstStyle/>
          <a:p>
            <a:pPr algn="just">
              <a:tabLst>
                <a:tab pos="0" algn="l"/>
              </a:tabLst>
            </a:pPr>
            <a:r>
              <a:rPr lang="pt-BR" sz="1400" b="1" dirty="0">
                <a:latin typeface="Calibri" panose="020F0502020204030204" pitchFamily="34" charset="0"/>
                <a:ea typeface="Verdana" panose="020B0604030504040204" pitchFamily="34" charset="0"/>
                <a:cs typeface="Shonar Bangla" panose="020B0502040204020203" pitchFamily="34" charset="0"/>
              </a:rPr>
              <a:t>	</a:t>
            </a:r>
            <a:br>
              <a:rPr lang="pt-BR" sz="1400" b="1" dirty="0">
                <a:latin typeface="Calibri" panose="020F0502020204030204" pitchFamily="34" charset="0"/>
                <a:ea typeface="Verdana" panose="020B0604030504040204" pitchFamily="34" charset="0"/>
                <a:cs typeface="Shonar Bangla" panose="020B0502040204020203" pitchFamily="34" charset="0"/>
              </a:rPr>
            </a:br>
            <a:r>
              <a:rPr lang="pt-BR" sz="1400" b="1" dirty="0">
                <a:latin typeface="Calibri" panose="020F0502020204030204" pitchFamily="34" charset="0"/>
                <a:ea typeface="Verdana" panose="020B0604030504040204" pitchFamily="34" charset="0"/>
                <a:cs typeface="Shonar Bangla" panose="020B0502040204020203" pitchFamily="34" charset="0"/>
              </a:rPr>
              <a:t>Pa</a:t>
            </a:r>
            <a:r>
              <a:rPr lang="pt-BR" sz="1400" b="1" baseline="0" dirty="0">
                <a:latin typeface="Calibri" panose="020F0502020204030204" pitchFamily="34" charset="0"/>
                <a:ea typeface="Verdana" panose="020B0604030504040204" pitchFamily="34" charset="0"/>
                <a:cs typeface="Shonar Bangla" panose="020B0502040204020203" pitchFamily="34" charset="0"/>
              </a:rPr>
              <a:t>ra a solicitação da Garantia é obrigatório o preenchimento completo deste relatório . O mesmo auxilia a análise do problema.</a:t>
            </a:r>
            <a:endParaRPr lang="pt-BR" sz="1400" b="1" dirty="0">
              <a:latin typeface="Calibri" panose="020F0502020204030204" pitchFamily="34" charset="0"/>
              <a:ea typeface="Verdana" panose="020B0604030504040204" pitchFamily="34" charset="0"/>
              <a:cs typeface="Shonar Bangla" panose="020B0502040204020203" pitchFamily="34" charset="0"/>
            </a:endParaRPr>
          </a:p>
        </p:txBody>
      </p:sp>
      <p:sp>
        <p:nvSpPr>
          <p:cNvPr id="32" name="Retângulo 31"/>
          <p:cNvSpPr/>
          <p:nvPr userDrawn="1"/>
        </p:nvSpPr>
        <p:spPr>
          <a:xfrm>
            <a:off x="291858" y="1842621"/>
            <a:ext cx="6305495" cy="22566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400" b="1" dirty="0">
                <a:solidFill>
                  <a:srgbClr val="FFFF00"/>
                </a:solidFill>
              </a:rPr>
              <a:t>ATENÇÃO</a:t>
            </a:r>
            <a:endParaRPr lang="en-US" sz="1400" b="1" dirty="0">
              <a:solidFill>
                <a:srgbClr val="FFFF00"/>
              </a:solidFill>
            </a:endParaRPr>
          </a:p>
        </p:txBody>
      </p:sp>
      <p:sp>
        <p:nvSpPr>
          <p:cNvPr id="44" name="CaixaDeTexto 43"/>
          <p:cNvSpPr txBox="1"/>
          <p:nvPr userDrawn="1"/>
        </p:nvSpPr>
        <p:spPr>
          <a:xfrm>
            <a:off x="306006" y="2721564"/>
            <a:ext cx="3140924" cy="307777"/>
          </a:xfrm>
          <a:prstGeom prst="rect">
            <a:avLst/>
          </a:prstGeom>
          <a:noFill/>
        </p:spPr>
        <p:txBody>
          <a:bodyPr wrap="none" rtlCol="0">
            <a:spAutoFit/>
          </a:bodyPr>
          <a:lstStyle/>
          <a:p>
            <a:r>
              <a:rPr lang="pt-BR" sz="1400" b="1" dirty="0"/>
              <a:t>DADOS DA REVENDA E DO INSTALADOR</a:t>
            </a:r>
            <a:endParaRPr lang="en-US" sz="1400" b="1" dirty="0"/>
          </a:p>
        </p:txBody>
      </p:sp>
      <p:sp>
        <p:nvSpPr>
          <p:cNvPr id="45" name="CaixaDeTexto 44"/>
          <p:cNvSpPr txBox="1"/>
          <p:nvPr userDrawn="1"/>
        </p:nvSpPr>
        <p:spPr>
          <a:xfrm>
            <a:off x="141537" y="3004866"/>
            <a:ext cx="1720215" cy="276999"/>
          </a:xfrm>
          <a:prstGeom prst="rect">
            <a:avLst/>
          </a:prstGeom>
          <a:noFill/>
          <a:ln>
            <a:noFill/>
          </a:ln>
        </p:spPr>
        <p:txBody>
          <a:bodyPr wrap="none" rtlCol="0">
            <a:spAutoFit/>
          </a:bodyPr>
          <a:lstStyle/>
          <a:p>
            <a:r>
              <a:rPr lang="pt-BR" sz="1200" b="0" dirty="0"/>
              <a:t>  Nome</a:t>
            </a:r>
            <a:r>
              <a:rPr lang="pt-BR" sz="1200" b="0" baseline="0" dirty="0"/>
              <a:t> da Revenda        :</a:t>
            </a:r>
            <a:endParaRPr lang="en-US" sz="1200" b="0" dirty="0"/>
          </a:p>
        </p:txBody>
      </p:sp>
      <p:sp>
        <p:nvSpPr>
          <p:cNvPr id="49" name="CaixaDeTexto 48"/>
          <p:cNvSpPr txBox="1"/>
          <p:nvPr userDrawn="1"/>
        </p:nvSpPr>
        <p:spPr>
          <a:xfrm>
            <a:off x="122487" y="3392266"/>
            <a:ext cx="1729961" cy="276999"/>
          </a:xfrm>
          <a:prstGeom prst="rect">
            <a:avLst/>
          </a:prstGeom>
          <a:noFill/>
          <a:ln>
            <a:noFill/>
          </a:ln>
        </p:spPr>
        <p:txBody>
          <a:bodyPr wrap="none" rtlCol="0">
            <a:spAutoFit/>
          </a:bodyPr>
          <a:lstStyle/>
          <a:p>
            <a:r>
              <a:rPr lang="pt-BR" sz="1200" b="0" dirty="0"/>
              <a:t>  BR da ASD</a:t>
            </a:r>
            <a:r>
              <a:rPr lang="pt-BR" sz="1200" b="0" baseline="0" dirty="0"/>
              <a:t> / ASI             :</a:t>
            </a:r>
            <a:endParaRPr lang="en-US" sz="1200" b="0" dirty="0"/>
          </a:p>
        </p:txBody>
      </p:sp>
      <p:sp>
        <p:nvSpPr>
          <p:cNvPr id="50" name="CaixaDeTexto 49"/>
          <p:cNvSpPr txBox="1"/>
          <p:nvPr userDrawn="1"/>
        </p:nvSpPr>
        <p:spPr>
          <a:xfrm>
            <a:off x="133205" y="3787131"/>
            <a:ext cx="1713611" cy="276999"/>
          </a:xfrm>
          <a:prstGeom prst="rect">
            <a:avLst/>
          </a:prstGeom>
          <a:noFill/>
          <a:ln>
            <a:noFill/>
          </a:ln>
        </p:spPr>
        <p:txBody>
          <a:bodyPr wrap="none" rtlCol="0">
            <a:spAutoFit/>
          </a:bodyPr>
          <a:lstStyle/>
          <a:p>
            <a:r>
              <a:rPr lang="pt-BR" sz="1200" b="0" dirty="0"/>
              <a:t>  Dados</a:t>
            </a:r>
            <a:r>
              <a:rPr lang="pt-BR" sz="1200" b="0" baseline="0" dirty="0"/>
              <a:t> da Instaladora   :</a:t>
            </a:r>
            <a:endParaRPr lang="en-US" sz="1200" b="0" dirty="0"/>
          </a:p>
        </p:txBody>
      </p:sp>
      <p:sp>
        <p:nvSpPr>
          <p:cNvPr id="51" name="CaixaDeTexto 50"/>
          <p:cNvSpPr txBox="1"/>
          <p:nvPr userDrawn="1"/>
        </p:nvSpPr>
        <p:spPr>
          <a:xfrm>
            <a:off x="128336" y="4181996"/>
            <a:ext cx="1756828" cy="276999"/>
          </a:xfrm>
          <a:prstGeom prst="rect">
            <a:avLst/>
          </a:prstGeom>
          <a:noFill/>
          <a:ln>
            <a:noFill/>
          </a:ln>
        </p:spPr>
        <p:txBody>
          <a:bodyPr wrap="none" rtlCol="0">
            <a:spAutoFit/>
          </a:bodyPr>
          <a:lstStyle/>
          <a:p>
            <a:r>
              <a:rPr lang="pt-BR" sz="1200" b="0" dirty="0"/>
              <a:t>  Dados</a:t>
            </a:r>
            <a:r>
              <a:rPr lang="pt-BR" sz="1200" b="0" baseline="0" dirty="0"/>
              <a:t> do Instalador     :</a:t>
            </a:r>
            <a:endParaRPr lang="en-US" sz="1200" b="0" dirty="0"/>
          </a:p>
        </p:txBody>
      </p:sp>
      <p:sp>
        <p:nvSpPr>
          <p:cNvPr id="52" name="CaixaDeTexto 51"/>
          <p:cNvSpPr txBox="1"/>
          <p:nvPr userDrawn="1"/>
        </p:nvSpPr>
        <p:spPr>
          <a:xfrm>
            <a:off x="126157" y="4590600"/>
            <a:ext cx="1720984" cy="276999"/>
          </a:xfrm>
          <a:prstGeom prst="rect">
            <a:avLst/>
          </a:prstGeom>
          <a:noFill/>
          <a:ln>
            <a:noFill/>
          </a:ln>
        </p:spPr>
        <p:txBody>
          <a:bodyPr wrap="none" rtlCol="0">
            <a:spAutoFit/>
          </a:bodyPr>
          <a:lstStyle/>
          <a:p>
            <a:r>
              <a:rPr lang="pt-BR" sz="1200" b="0" dirty="0"/>
              <a:t>  Telefone</a:t>
            </a:r>
            <a:r>
              <a:rPr lang="pt-BR" sz="1200" b="0" baseline="0" dirty="0"/>
              <a:t> do Instalador :</a:t>
            </a:r>
            <a:endParaRPr lang="en-US" sz="1200" b="0" dirty="0"/>
          </a:p>
        </p:txBody>
      </p:sp>
      <p:sp>
        <p:nvSpPr>
          <p:cNvPr id="53" name="Retângulo 52"/>
          <p:cNvSpPr/>
          <p:nvPr userDrawn="1"/>
        </p:nvSpPr>
        <p:spPr>
          <a:xfrm>
            <a:off x="2028591" y="3003375"/>
            <a:ext cx="4568761" cy="30622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54" name="Retângulo 53"/>
          <p:cNvSpPr/>
          <p:nvPr userDrawn="1"/>
        </p:nvSpPr>
        <p:spPr>
          <a:xfrm>
            <a:off x="2015051" y="3383894"/>
            <a:ext cx="1845998" cy="30622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55" name="Retângulo 54"/>
          <p:cNvSpPr/>
          <p:nvPr userDrawn="1"/>
        </p:nvSpPr>
        <p:spPr>
          <a:xfrm>
            <a:off x="2028592" y="3787454"/>
            <a:ext cx="4568760" cy="30622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t>‘</a:t>
            </a:r>
            <a:endParaRPr lang="en-US" sz="1200" dirty="0"/>
          </a:p>
        </p:txBody>
      </p:sp>
      <p:sp>
        <p:nvSpPr>
          <p:cNvPr id="56" name="Retângulo 55"/>
          <p:cNvSpPr/>
          <p:nvPr userDrawn="1"/>
        </p:nvSpPr>
        <p:spPr>
          <a:xfrm>
            <a:off x="2028191" y="4194179"/>
            <a:ext cx="4569161" cy="30622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57" name="Retângulo 56"/>
          <p:cNvSpPr/>
          <p:nvPr userDrawn="1"/>
        </p:nvSpPr>
        <p:spPr>
          <a:xfrm>
            <a:off x="2028592" y="4592148"/>
            <a:ext cx="4568760" cy="30622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58" name="CaixaDeTexto 57"/>
          <p:cNvSpPr txBox="1"/>
          <p:nvPr userDrawn="1"/>
        </p:nvSpPr>
        <p:spPr>
          <a:xfrm>
            <a:off x="303021" y="4947323"/>
            <a:ext cx="1680845" cy="307777"/>
          </a:xfrm>
          <a:prstGeom prst="rect">
            <a:avLst/>
          </a:prstGeom>
          <a:noFill/>
        </p:spPr>
        <p:txBody>
          <a:bodyPr wrap="none" rtlCol="0">
            <a:spAutoFit/>
          </a:bodyPr>
          <a:lstStyle/>
          <a:p>
            <a:r>
              <a:rPr lang="pt-BR" sz="1400" b="1" dirty="0"/>
              <a:t>DADOS DO</a:t>
            </a:r>
            <a:r>
              <a:rPr lang="pt-BR" sz="1400" b="1" baseline="0" dirty="0"/>
              <a:t> CLIENTE </a:t>
            </a:r>
            <a:endParaRPr lang="en-US" sz="1400" b="1" dirty="0"/>
          </a:p>
        </p:txBody>
      </p:sp>
      <p:sp>
        <p:nvSpPr>
          <p:cNvPr id="59" name="CaixaDeTexto 58"/>
          <p:cNvSpPr txBox="1"/>
          <p:nvPr userDrawn="1"/>
        </p:nvSpPr>
        <p:spPr>
          <a:xfrm>
            <a:off x="178369" y="5230698"/>
            <a:ext cx="1873514" cy="276999"/>
          </a:xfrm>
          <a:prstGeom prst="rect">
            <a:avLst/>
          </a:prstGeom>
          <a:noFill/>
          <a:ln>
            <a:noFill/>
          </a:ln>
        </p:spPr>
        <p:txBody>
          <a:bodyPr wrap="square" rtlCol="0">
            <a:spAutoFit/>
          </a:bodyPr>
          <a:lstStyle/>
          <a:p>
            <a:r>
              <a:rPr lang="pt-BR" sz="1200" b="0" dirty="0"/>
              <a:t> Nome</a:t>
            </a:r>
            <a:r>
              <a:rPr lang="pt-BR" sz="1200" b="0" baseline="0" dirty="0"/>
              <a:t> do Cliente          :</a:t>
            </a:r>
            <a:endParaRPr lang="en-US" sz="1200" b="0" dirty="0"/>
          </a:p>
        </p:txBody>
      </p:sp>
      <p:sp>
        <p:nvSpPr>
          <p:cNvPr id="60" name="CaixaDeTexto 59"/>
          <p:cNvSpPr txBox="1"/>
          <p:nvPr userDrawn="1"/>
        </p:nvSpPr>
        <p:spPr>
          <a:xfrm>
            <a:off x="225343" y="5618098"/>
            <a:ext cx="1620957" cy="276999"/>
          </a:xfrm>
          <a:prstGeom prst="rect">
            <a:avLst/>
          </a:prstGeom>
          <a:noFill/>
          <a:ln>
            <a:noFill/>
          </a:ln>
        </p:spPr>
        <p:txBody>
          <a:bodyPr wrap="none" rtlCol="0">
            <a:spAutoFit/>
          </a:bodyPr>
          <a:lstStyle/>
          <a:p>
            <a:r>
              <a:rPr lang="pt-BR" sz="1200" b="0" dirty="0"/>
              <a:t>Endereço do Cliente    </a:t>
            </a:r>
            <a:r>
              <a:rPr lang="pt-BR" sz="1200" b="0" baseline="0" dirty="0"/>
              <a:t>:</a:t>
            </a:r>
            <a:endParaRPr lang="en-US" sz="1200" b="0" dirty="0"/>
          </a:p>
        </p:txBody>
      </p:sp>
      <p:sp>
        <p:nvSpPr>
          <p:cNvPr id="61" name="CaixaDeTexto 60"/>
          <p:cNvSpPr txBox="1"/>
          <p:nvPr userDrawn="1"/>
        </p:nvSpPr>
        <p:spPr>
          <a:xfrm>
            <a:off x="194264" y="6012963"/>
            <a:ext cx="1645322" cy="276999"/>
          </a:xfrm>
          <a:prstGeom prst="rect">
            <a:avLst/>
          </a:prstGeom>
          <a:noFill/>
          <a:ln>
            <a:noFill/>
          </a:ln>
        </p:spPr>
        <p:txBody>
          <a:bodyPr wrap="none" rtlCol="0">
            <a:spAutoFit/>
          </a:bodyPr>
          <a:lstStyle/>
          <a:p>
            <a:r>
              <a:rPr lang="pt-BR" sz="1200" b="0" dirty="0"/>
              <a:t>Complemento               </a:t>
            </a:r>
            <a:r>
              <a:rPr lang="pt-BR" sz="1200" b="0" baseline="0" dirty="0"/>
              <a:t>:</a:t>
            </a:r>
            <a:endParaRPr lang="en-US" sz="1200" b="0" dirty="0"/>
          </a:p>
        </p:txBody>
      </p:sp>
      <p:sp>
        <p:nvSpPr>
          <p:cNvPr id="62" name="CaixaDeTexto 61"/>
          <p:cNvSpPr txBox="1"/>
          <p:nvPr userDrawn="1"/>
        </p:nvSpPr>
        <p:spPr>
          <a:xfrm>
            <a:off x="237251" y="6816432"/>
            <a:ext cx="1601272" cy="276999"/>
          </a:xfrm>
          <a:prstGeom prst="rect">
            <a:avLst/>
          </a:prstGeom>
          <a:noFill/>
          <a:ln>
            <a:noFill/>
          </a:ln>
        </p:spPr>
        <p:txBody>
          <a:bodyPr wrap="none" rtlCol="0">
            <a:spAutoFit/>
          </a:bodyPr>
          <a:lstStyle/>
          <a:p>
            <a:r>
              <a:rPr lang="pt-BR" sz="1200" b="0" dirty="0"/>
              <a:t>Telefone</a:t>
            </a:r>
            <a:r>
              <a:rPr lang="pt-BR" sz="1200" b="0" baseline="0" dirty="0"/>
              <a:t> do Cliente     :</a:t>
            </a:r>
            <a:endParaRPr lang="en-US" sz="1200" b="0" dirty="0"/>
          </a:p>
        </p:txBody>
      </p:sp>
      <p:sp>
        <p:nvSpPr>
          <p:cNvPr id="63" name="Retângulo 62"/>
          <p:cNvSpPr/>
          <p:nvPr userDrawn="1"/>
        </p:nvSpPr>
        <p:spPr>
          <a:xfrm>
            <a:off x="2015050" y="5229207"/>
            <a:ext cx="4582302" cy="30622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64" name="Retângulo 63"/>
          <p:cNvSpPr/>
          <p:nvPr userDrawn="1"/>
        </p:nvSpPr>
        <p:spPr>
          <a:xfrm>
            <a:off x="2015050" y="5609726"/>
            <a:ext cx="4582302" cy="30622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65" name="Retângulo 64"/>
          <p:cNvSpPr/>
          <p:nvPr userDrawn="1"/>
        </p:nvSpPr>
        <p:spPr>
          <a:xfrm>
            <a:off x="2015049" y="6013286"/>
            <a:ext cx="2566079" cy="30622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t>‘</a:t>
            </a:r>
            <a:endParaRPr lang="en-US" sz="1200" dirty="0"/>
          </a:p>
        </p:txBody>
      </p:sp>
      <p:sp>
        <p:nvSpPr>
          <p:cNvPr id="66" name="Retângulo 65"/>
          <p:cNvSpPr/>
          <p:nvPr userDrawn="1"/>
        </p:nvSpPr>
        <p:spPr>
          <a:xfrm>
            <a:off x="2015049" y="6420011"/>
            <a:ext cx="4582304" cy="30622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75" name="Retângulo 74"/>
          <p:cNvSpPr/>
          <p:nvPr userDrawn="1"/>
        </p:nvSpPr>
        <p:spPr>
          <a:xfrm>
            <a:off x="2015050" y="6817980"/>
            <a:ext cx="4582302" cy="30622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76" name="CaixaDeTexto 75"/>
          <p:cNvSpPr txBox="1"/>
          <p:nvPr userDrawn="1"/>
        </p:nvSpPr>
        <p:spPr>
          <a:xfrm>
            <a:off x="4589682" y="6009182"/>
            <a:ext cx="482440" cy="276999"/>
          </a:xfrm>
          <a:prstGeom prst="rect">
            <a:avLst/>
          </a:prstGeom>
          <a:noFill/>
          <a:ln>
            <a:noFill/>
          </a:ln>
        </p:spPr>
        <p:txBody>
          <a:bodyPr wrap="none" rtlCol="0">
            <a:spAutoFit/>
          </a:bodyPr>
          <a:lstStyle/>
          <a:p>
            <a:r>
              <a:rPr lang="pt-BR" sz="1200" b="0" dirty="0"/>
              <a:t>CEP.</a:t>
            </a:r>
            <a:r>
              <a:rPr lang="pt-BR" sz="1200" b="0" baseline="0" dirty="0"/>
              <a:t>:</a:t>
            </a:r>
            <a:endParaRPr lang="en-US" sz="1200" b="0" dirty="0"/>
          </a:p>
        </p:txBody>
      </p:sp>
      <p:sp>
        <p:nvSpPr>
          <p:cNvPr id="80" name="Retângulo 79"/>
          <p:cNvSpPr/>
          <p:nvPr userDrawn="1"/>
        </p:nvSpPr>
        <p:spPr>
          <a:xfrm>
            <a:off x="5124938" y="5995468"/>
            <a:ext cx="1472414" cy="30622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81" name="CaixaDeTexto 80"/>
          <p:cNvSpPr txBox="1"/>
          <p:nvPr userDrawn="1"/>
        </p:nvSpPr>
        <p:spPr>
          <a:xfrm>
            <a:off x="213257" y="6407827"/>
            <a:ext cx="1626984" cy="276999"/>
          </a:xfrm>
          <a:prstGeom prst="rect">
            <a:avLst/>
          </a:prstGeom>
          <a:noFill/>
          <a:ln>
            <a:noFill/>
          </a:ln>
        </p:spPr>
        <p:txBody>
          <a:bodyPr wrap="none" rtlCol="0">
            <a:spAutoFit/>
          </a:bodyPr>
          <a:lstStyle/>
          <a:p>
            <a:r>
              <a:rPr lang="pt-BR" sz="1200" b="0" baseline="0" dirty="0"/>
              <a:t>Cidade / Estado            :</a:t>
            </a:r>
            <a:endParaRPr lang="en-US" sz="1200" b="0" dirty="0"/>
          </a:p>
        </p:txBody>
      </p:sp>
      <p:sp>
        <p:nvSpPr>
          <p:cNvPr id="82" name="CaixaDeTexto 81"/>
          <p:cNvSpPr txBox="1"/>
          <p:nvPr userDrawn="1"/>
        </p:nvSpPr>
        <p:spPr>
          <a:xfrm>
            <a:off x="304069" y="7164288"/>
            <a:ext cx="1792927" cy="307777"/>
          </a:xfrm>
          <a:prstGeom prst="rect">
            <a:avLst/>
          </a:prstGeom>
          <a:noFill/>
        </p:spPr>
        <p:txBody>
          <a:bodyPr wrap="none" rtlCol="0">
            <a:spAutoFit/>
          </a:bodyPr>
          <a:lstStyle/>
          <a:p>
            <a:r>
              <a:rPr lang="pt-BR" sz="1400" b="1" dirty="0"/>
              <a:t>DADOS DO</a:t>
            </a:r>
            <a:r>
              <a:rPr lang="pt-BR" sz="1400" b="1" baseline="0" dirty="0"/>
              <a:t> PRODUTO</a:t>
            </a:r>
            <a:endParaRPr lang="en-US" sz="1400" b="1" dirty="0"/>
          </a:p>
        </p:txBody>
      </p:sp>
      <p:sp>
        <p:nvSpPr>
          <p:cNvPr id="83" name="CaixaDeTexto 82"/>
          <p:cNvSpPr txBox="1"/>
          <p:nvPr userDrawn="1"/>
        </p:nvSpPr>
        <p:spPr>
          <a:xfrm>
            <a:off x="220321" y="7469074"/>
            <a:ext cx="1365833" cy="461665"/>
          </a:xfrm>
          <a:prstGeom prst="rect">
            <a:avLst/>
          </a:prstGeom>
          <a:noFill/>
          <a:ln>
            <a:noFill/>
          </a:ln>
        </p:spPr>
        <p:txBody>
          <a:bodyPr wrap="square" rtlCol="0">
            <a:spAutoFit/>
          </a:bodyPr>
          <a:lstStyle/>
          <a:p>
            <a:r>
              <a:rPr lang="pt-BR" sz="1200" b="0" dirty="0"/>
              <a:t>Mod. do Evap.</a:t>
            </a:r>
            <a:r>
              <a:rPr lang="pt-BR" sz="1200" b="0" baseline="0" dirty="0"/>
              <a:t> ou</a:t>
            </a:r>
            <a:endParaRPr lang="pt-BR" sz="1200" b="0" dirty="0"/>
          </a:p>
          <a:p>
            <a:r>
              <a:rPr lang="pt-BR" sz="1200" b="0" dirty="0"/>
              <a:t>Condensador       :</a:t>
            </a:r>
            <a:endParaRPr lang="en-US" sz="1200" b="0" dirty="0"/>
          </a:p>
        </p:txBody>
      </p:sp>
      <p:sp>
        <p:nvSpPr>
          <p:cNvPr id="84" name="CaixaDeTexto 83"/>
          <p:cNvSpPr txBox="1"/>
          <p:nvPr userDrawn="1"/>
        </p:nvSpPr>
        <p:spPr>
          <a:xfrm>
            <a:off x="3645024" y="7468605"/>
            <a:ext cx="978153" cy="461665"/>
          </a:xfrm>
          <a:prstGeom prst="rect">
            <a:avLst/>
          </a:prstGeom>
          <a:noFill/>
          <a:ln>
            <a:noFill/>
          </a:ln>
        </p:spPr>
        <p:txBody>
          <a:bodyPr wrap="none" rtlCol="0">
            <a:spAutoFit/>
          </a:bodyPr>
          <a:lstStyle/>
          <a:p>
            <a:r>
              <a:rPr lang="pt-BR" sz="1200" b="0" dirty="0"/>
              <a:t>Número </a:t>
            </a:r>
            <a:endParaRPr lang="pt-BR" sz="1200" b="0" dirty="0"/>
          </a:p>
          <a:p>
            <a:r>
              <a:rPr lang="pt-BR" sz="1200" b="0" dirty="0"/>
              <a:t>de Série       </a:t>
            </a:r>
            <a:r>
              <a:rPr lang="pt-BR" sz="1200" b="0" baseline="0" dirty="0"/>
              <a:t>:</a:t>
            </a:r>
            <a:endParaRPr lang="en-US" sz="1200" b="0" dirty="0"/>
          </a:p>
        </p:txBody>
      </p:sp>
      <p:sp>
        <p:nvSpPr>
          <p:cNvPr id="85" name="CaixaDeTexto 84"/>
          <p:cNvSpPr txBox="1"/>
          <p:nvPr userDrawn="1"/>
        </p:nvSpPr>
        <p:spPr>
          <a:xfrm>
            <a:off x="208532" y="7976369"/>
            <a:ext cx="1407758" cy="276999"/>
          </a:xfrm>
          <a:prstGeom prst="rect">
            <a:avLst/>
          </a:prstGeom>
          <a:noFill/>
          <a:ln>
            <a:noFill/>
          </a:ln>
        </p:spPr>
        <p:txBody>
          <a:bodyPr wrap="none" rtlCol="0">
            <a:spAutoFit/>
          </a:bodyPr>
          <a:lstStyle/>
          <a:p>
            <a:r>
              <a:rPr lang="pt-BR" sz="1200" b="0" dirty="0"/>
              <a:t>Data</a:t>
            </a:r>
            <a:r>
              <a:rPr lang="pt-BR" sz="1200" b="0" baseline="0" dirty="0"/>
              <a:t> da Compra     :</a:t>
            </a:r>
            <a:endParaRPr lang="en-US" sz="1200" b="0" dirty="0"/>
          </a:p>
        </p:txBody>
      </p:sp>
      <p:sp>
        <p:nvSpPr>
          <p:cNvPr id="86" name="Retângulo 85"/>
          <p:cNvSpPr/>
          <p:nvPr userDrawn="1"/>
        </p:nvSpPr>
        <p:spPr>
          <a:xfrm>
            <a:off x="1586154" y="7456713"/>
            <a:ext cx="2058870" cy="463861"/>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7" name="Retângulo 86"/>
          <p:cNvSpPr/>
          <p:nvPr userDrawn="1"/>
        </p:nvSpPr>
        <p:spPr>
          <a:xfrm>
            <a:off x="4581126" y="7474643"/>
            <a:ext cx="2016226" cy="462313"/>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8" name="Retângulo 87"/>
          <p:cNvSpPr/>
          <p:nvPr userDrawn="1"/>
        </p:nvSpPr>
        <p:spPr>
          <a:xfrm>
            <a:off x="1586154" y="7993958"/>
            <a:ext cx="1554814" cy="30622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9" name="Retângulo 88"/>
          <p:cNvSpPr/>
          <p:nvPr userDrawn="1"/>
        </p:nvSpPr>
        <p:spPr>
          <a:xfrm>
            <a:off x="1586155" y="8361620"/>
            <a:ext cx="2058870" cy="30622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0" name="CaixaDeTexto 89"/>
          <p:cNvSpPr txBox="1"/>
          <p:nvPr userDrawn="1"/>
        </p:nvSpPr>
        <p:spPr>
          <a:xfrm>
            <a:off x="201637" y="8354736"/>
            <a:ext cx="1401409" cy="276999"/>
          </a:xfrm>
          <a:prstGeom prst="rect">
            <a:avLst/>
          </a:prstGeom>
          <a:noFill/>
          <a:ln>
            <a:noFill/>
          </a:ln>
        </p:spPr>
        <p:txBody>
          <a:bodyPr wrap="none" rtlCol="0">
            <a:spAutoFit/>
          </a:bodyPr>
          <a:lstStyle/>
          <a:p>
            <a:r>
              <a:rPr lang="pt-BR" sz="1200" b="0" baseline="0" dirty="0"/>
              <a:t>Nº da Nota Fiscal   :</a:t>
            </a:r>
            <a:endParaRPr lang="en-US" sz="1200" b="0" dirty="0"/>
          </a:p>
        </p:txBody>
      </p:sp>
      <p:sp>
        <p:nvSpPr>
          <p:cNvPr id="91" name="CaixaDeTexto 90"/>
          <p:cNvSpPr txBox="1"/>
          <p:nvPr userDrawn="1"/>
        </p:nvSpPr>
        <p:spPr>
          <a:xfrm>
            <a:off x="3095345" y="7998260"/>
            <a:ext cx="1511824" cy="276999"/>
          </a:xfrm>
          <a:prstGeom prst="rect">
            <a:avLst/>
          </a:prstGeom>
          <a:noFill/>
          <a:ln>
            <a:noFill/>
          </a:ln>
        </p:spPr>
        <p:txBody>
          <a:bodyPr wrap="none" rtlCol="0">
            <a:spAutoFit/>
          </a:bodyPr>
          <a:lstStyle/>
          <a:p>
            <a:r>
              <a:rPr lang="pt-BR" sz="1200" b="0" dirty="0"/>
              <a:t>Data</a:t>
            </a:r>
            <a:r>
              <a:rPr lang="pt-BR" sz="1200" b="0" baseline="0" dirty="0"/>
              <a:t> da Instalação    :</a:t>
            </a:r>
            <a:endParaRPr lang="en-US" sz="1200" b="0" dirty="0"/>
          </a:p>
        </p:txBody>
      </p:sp>
      <p:sp>
        <p:nvSpPr>
          <p:cNvPr id="92" name="Retângulo 91"/>
          <p:cNvSpPr/>
          <p:nvPr userDrawn="1"/>
        </p:nvSpPr>
        <p:spPr>
          <a:xfrm>
            <a:off x="4581127" y="7983191"/>
            <a:ext cx="2016225" cy="30622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93" name="Retângulo de cantos arredondados 92"/>
          <p:cNvSpPr/>
          <p:nvPr userDrawn="1"/>
        </p:nvSpPr>
        <p:spPr>
          <a:xfrm>
            <a:off x="217714" y="2965275"/>
            <a:ext cx="6451646" cy="1980928"/>
          </a:xfrm>
          <a:prstGeom prst="roundRect">
            <a:avLst>
              <a:gd name="adj" fmla="val 5608"/>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4" name="Retângulo de cantos arredondados 93"/>
          <p:cNvSpPr/>
          <p:nvPr userDrawn="1"/>
        </p:nvSpPr>
        <p:spPr>
          <a:xfrm>
            <a:off x="229099" y="5194272"/>
            <a:ext cx="6451646" cy="1980928"/>
          </a:xfrm>
          <a:prstGeom prst="roundRect">
            <a:avLst>
              <a:gd name="adj" fmla="val 5608"/>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5" name="Retângulo de cantos arredondados 94"/>
          <p:cNvSpPr/>
          <p:nvPr userDrawn="1"/>
        </p:nvSpPr>
        <p:spPr>
          <a:xfrm>
            <a:off x="229099" y="7427028"/>
            <a:ext cx="6451646" cy="1268738"/>
          </a:xfrm>
          <a:prstGeom prst="roundRect">
            <a:avLst>
              <a:gd name="adj" fmla="val 5608"/>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6" name="Text Box 8"/>
          <p:cNvSpPr txBox="1">
            <a:spLocks noChangeArrowheads="1"/>
          </p:cNvSpPr>
          <p:nvPr userDrawn="1"/>
        </p:nvSpPr>
        <p:spPr bwMode="auto">
          <a:xfrm>
            <a:off x="6061490" y="670651"/>
            <a:ext cx="777240" cy="321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ctr" anchorCtr="0" upright="1">
            <a:noAutofit/>
          </a:bodyPr>
          <a:lstStyle/>
          <a:p>
            <a:pPr algn="ctr"/>
            <a:r>
              <a:rPr lang="pt-BR" sz="900" b="1" dirty="0">
                <a:effectLst/>
                <a:latin typeface="Times New Roman" panose="02020603050405020304"/>
                <a:ea typeface="Times New Roman" panose="02020603050405020304"/>
              </a:rPr>
              <a:t>Versão:</a:t>
            </a:r>
            <a:r>
              <a:rPr lang="pt-BR" sz="900" dirty="0">
                <a:effectLst/>
                <a:latin typeface="Times New Roman" panose="02020603050405020304"/>
                <a:ea typeface="Times New Roman" panose="02020603050405020304"/>
              </a:rPr>
              <a:t> 01</a:t>
            </a:r>
            <a:endParaRPr lang="en-US" sz="1200" dirty="0">
              <a:effectLst/>
              <a:latin typeface="Times New Roman" panose="02020603050405020304"/>
              <a:ea typeface="Times New Roman" panose="02020603050405020304"/>
            </a:endParaRPr>
          </a:p>
          <a:p>
            <a:pPr algn="ctr"/>
            <a:r>
              <a:rPr lang="pt-BR" sz="900" b="1" dirty="0">
                <a:effectLst/>
                <a:latin typeface="Times New Roman" panose="02020603050405020304"/>
                <a:ea typeface="Times New Roman" panose="02020603050405020304"/>
              </a:rPr>
              <a:t>Página</a:t>
            </a:r>
            <a:r>
              <a:rPr lang="pt-BR" sz="900" dirty="0">
                <a:effectLst/>
                <a:latin typeface="Times New Roman" panose="02020603050405020304"/>
                <a:ea typeface="Times New Roman" panose="02020603050405020304"/>
              </a:rPr>
              <a:t> 1/5</a:t>
            </a:r>
            <a:endParaRPr lang="en-US" sz="1200" dirty="0">
              <a:effectLst/>
              <a:latin typeface="Times New Roman" panose="02020603050405020304"/>
              <a:ea typeface="Times New Roman" panose="02020603050405020304"/>
            </a:endParaRPr>
          </a:p>
        </p:txBody>
      </p:sp>
      <p:sp>
        <p:nvSpPr>
          <p:cNvPr id="47" name="CaixaDeTexto 46"/>
          <p:cNvSpPr txBox="1"/>
          <p:nvPr userDrawn="1"/>
        </p:nvSpPr>
        <p:spPr>
          <a:xfrm>
            <a:off x="3931287" y="3393129"/>
            <a:ext cx="2594057" cy="276999"/>
          </a:xfrm>
          <a:prstGeom prst="rect">
            <a:avLst/>
          </a:prstGeom>
          <a:noFill/>
          <a:ln>
            <a:noFill/>
          </a:ln>
        </p:spPr>
        <p:txBody>
          <a:bodyPr wrap="square" rtlCol="0">
            <a:spAutoFit/>
          </a:bodyPr>
          <a:lstStyle/>
          <a:p>
            <a:r>
              <a:rPr lang="pt-BR" sz="1200" b="0" dirty="0"/>
              <a:t>  Código BR do</a:t>
            </a:r>
            <a:r>
              <a:rPr lang="pt-BR" sz="1200" b="0" baseline="0" dirty="0"/>
              <a:t> Distribuidor / Revenda</a:t>
            </a:r>
            <a:endParaRPr lang="en-US" sz="1200" b="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p:cTn id="7" dur="500" fill="hold"/>
                                        <p:tgtEl>
                                          <p:spTgt spid="31"/>
                                        </p:tgtEl>
                                        <p:attrNameLst>
                                          <p:attrName>ppt_w</p:attrName>
                                        </p:attrNameLst>
                                      </p:cBhvr>
                                      <p:tavLst>
                                        <p:tav tm="0">
                                          <p:val>
                                            <p:fltVal val="0"/>
                                          </p:val>
                                        </p:tav>
                                        <p:tav tm="100000">
                                          <p:val>
                                            <p:strVal val="#ppt_w"/>
                                          </p:val>
                                        </p:tav>
                                      </p:tavLst>
                                    </p:anim>
                                    <p:anim calcmode="lin" valueType="num">
                                      <p:cBhvr>
                                        <p:cTn id="8" dur="500" fill="hold"/>
                                        <p:tgtEl>
                                          <p:spTgt spid="31"/>
                                        </p:tgtEl>
                                        <p:attrNameLst>
                                          <p:attrName>ppt_h</p:attrName>
                                        </p:attrNameLst>
                                      </p:cBhvr>
                                      <p:tavLst>
                                        <p:tav tm="0">
                                          <p:val>
                                            <p:fltVal val="0"/>
                                          </p:val>
                                        </p:tav>
                                        <p:tav tm="100000">
                                          <p:val>
                                            <p:strVal val="#ppt_h"/>
                                          </p:val>
                                        </p:tav>
                                      </p:tavLst>
                                    </p:anim>
                                    <p:animEffect transition="in" filter="fade">
                                      <p:cBhvr>
                                        <p:cTn id="9"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
    <p:spTree>
      <p:nvGrpSpPr>
        <p:cNvPr id="1" name=""/>
        <p:cNvGrpSpPr/>
        <p:nvPr/>
      </p:nvGrpSpPr>
      <p:grpSpPr>
        <a:xfrm>
          <a:off x="0" y="0"/>
          <a:ext cx="0" cy="0"/>
          <a:chOff x="0" y="0"/>
          <a:chExt cx="0" cy="0"/>
        </a:xfrm>
      </p:grpSpPr>
      <p:sp>
        <p:nvSpPr>
          <p:cNvPr id="7" name="CaixaDeTexto 6"/>
          <p:cNvSpPr txBox="1"/>
          <p:nvPr userDrawn="1"/>
        </p:nvSpPr>
        <p:spPr>
          <a:xfrm>
            <a:off x="141537" y="899592"/>
            <a:ext cx="3302186" cy="307777"/>
          </a:xfrm>
          <a:prstGeom prst="rect">
            <a:avLst/>
          </a:prstGeom>
          <a:noFill/>
        </p:spPr>
        <p:txBody>
          <a:bodyPr wrap="none" rtlCol="0">
            <a:spAutoFit/>
          </a:bodyPr>
          <a:lstStyle/>
          <a:p>
            <a:r>
              <a:rPr lang="pt-BR" sz="1400" b="1" dirty="0"/>
              <a:t> ANÁLISE</a:t>
            </a:r>
            <a:r>
              <a:rPr lang="pt-BR" sz="1400" b="1" baseline="0" dirty="0"/>
              <a:t> A SER REALIZADA PELO TÉCNICO</a:t>
            </a:r>
            <a:endParaRPr lang="en-US" sz="1400" b="1" dirty="0"/>
          </a:p>
        </p:txBody>
      </p:sp>
      <p:sp>
        <p:nvSpPr>
          <p:cNvPr id="8" name="CaixaDeTexto 7"/>
          <p:cNvSpPr txBox="1"/>
          <p:nvPr userDrawn="1"/>
        </p:nvSpPr>
        <p:spPr>
          <a:xfrm>
            <a:off x="160588" y="1314934"/>
            <a:ext cx="3052126" cy="461665"/>
          </a:xfrm>
          <a:prstGeom prst="rect">
            <a:avLst/>
          </a:prstGeom>
          <a:noFill/>
          <a:ln>
            <a:noFill/>
          </a:ln>
        </p:spPr>
        <p:txBody>
          <a:bodyPr wrap="square" rtlCol="0">
            <a:spAutoFit/>
          </a:bodyPr>
          <a:lstStyle/>
          <a:p>
            <a:r>
              <a:rPr lang="pt-BR" sz="1200" b="0" baseline="0" dirty="0"/>
              <a:t>1.1. Local da Instalação – Siga as distâncias conforme indicado no manual de instalação  </a:t>
            </a:r>
            <a:endParaRPr lang="en-US" sz="1200" b="0" dirty="0"/>
          </a:p>
        </p:txBody>
      </p:sp>
      <p:sp>
        <p:nvSpPr>
          <p:cNvPr id="9" name="Retângulo 8"/>
          <p:cNvSpPr/>
          <p:nvPr userDrawn="1"/>
        </p:nvSpPr>
        <p:spPr>
          <a:xfrm>
            <a:off x="260649" y="1823200"/>
            <a:ext cx="2952064" cy="2407809"/>
          </a:xfrm>
          <a:prstGeom prst="rect">
            <a:avLst/>
          </a:prstGeom>
          <a:noFill/>
          <a:ln w="444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14" name="CaixaDeTexto 13"/>
          <p:cNvSpPr txBox="1"/>
          <p:nvPr userDrawn="1"/>
        </p:nvSpPr>
        <p:spPr>
          <a:xfrm>
            <a:off x="3443723" y="1324676"/>
            <a:ext cx="3414277" cy="461665"/>
          </a:xfrm>
          <a:prstGeom prst="rect">
            <a:avLst/>
          </a:prstGeom>
          <a:noFill/>
          <a:ln>
            <a:noFill/>
          </a:ln>
        </p:spPr>
        <p:txBody>
          <a:bodyPr wrap="square" rtlCol="0">
            <a:spAutoFit/>
          </a:bodyPr>
          <a:lstStyle/>
          <a:p>
            <a:r>
              <a:rPr lang="pt-BR" sz="1200" b="0" baseline="0" dirty="0"/>
              <a:t>1.2 Instalação – Anexar umas fotos da instalação unidade interna/externa conforme exemplo ao lado </a:t>
            </a:r>
            <a:endParaRPr lang="en-US" sz="1200" b="0" dirty="0"/>
          </a:p>
        </p:txBody>
      </p:sp>
      <p:sp>
        <p:nvSpPr>
          <p:cNvPr id="16" name="Retângulo 15"/>
          <p:cNvSpPr/>
          <p:nvPr userDrawn="1"/>
        </p:nvSpPr>
        <p:spPr>
          <a:xfrm>
            <a:off x="3443722" y="1823201"/>
            <a:ext cx="3153629" cy="2407808"/>
          </a:xfrm>
          <a:prstGeom prst="rect">
            <a:avLst/>
          </a:prstGeom>
          <a:noFill/>
          <a:ln w="4445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pic>
        <p:nvPicPr>
          <p:cNvPr id="1030" name="Picture 6" descr="Resultado de imagem para foto instalação split LG"/>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l="23495" r="24416"/>
          <a:stretch>
            <a:fillRect/>
          </a:stretch>
        </p:blipFill>
        <p:spPr bwMode="auto">
          <a:xfrm>
            <a:off x="303723" y="2689632"/>
            <a:ext cx="1051146" cy="1513480"/>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1"/>
          <p:cNvPicPr>
            <a:picLocks noChangeAspect="1" noChangeArrowheads="1"/>
          </p:cNvPicPr>
          <p:nvPr userDrawn="1"/>
        </p:nvPicPr>
        <p:blipFill>
          <a:blip r:embed="rId3" cstate="print"/>
          <a:srcRect/>
          <a:stretch>
            <a:fillRect/>
          </a:stretch>
        </p:blipFill>
        <p:spPr bwMode="auto">
          <a:xfrm>
            <a:off x="1484784" y="2732893"/>
            <a:ext cx="1699353" cy="1469542"/>
          </a:xfrm>
          <a:prstGeom prst="rect">
            <a:avLst/>
          </a:prstGeom>
          <a:noFill/>
          <a:ln w="9525">
            <a:noFill/>
            <a:miter lim="800000"/>
            <a:headEnd/>
            <a:tailEnd/>
          </a:ln>
          <a:effectLst/>
        </p:spPr>
      </p:pic>
      <p:sp>
        <p:nvSpPr>
          <p:cNvPr id="35" name="Text Box 8"/>
          <p:cNvSpPr txBox="1">
            <a:spLocks noChangeArrowheads="1"/>
          </p:cNvSpPr>
          <p:nvPr userDrawn="1"/>
        </p:nvSpPr>
        <p:spPr bwMode="auto">
          <a:xfrm>
            <a:off x="6061490" y="670651"/>
            <a:ext cx="777240" cy="321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ctr" anchorCtr="0" upright="1">
            <a:noAutofit/>
          </a:bodyPr>
          <a:lstStyle/>
          <a:p>
            <a:pPr algn="ctr"/>
            <a:r>
              <a:rPr lang="pt-BR" sz="900" b="1" dirty="0">
                <a:effectLst/>
                <a:latin typeface="Times New Roman" panose="02020603050405020304"/>
                <a:ea typeface="Times New Roman" panose="02020603050405020304"/>
              </a:rPr>
              <a:t>Versão:</a:t>
            </a:r>
            <a:r>
              <a:rPr lang="pt-BR" sz="900" dirty="0">
                <a:effectLst/>
                <a:latin typeface="Times New Roman" panose="02020603050405020304"/>
                <a:ea typeface="Times New Roman" panose="02020603050405020304"/>
              </a:rPr>
              <a:t> 01</a:t>
            </a:r>
            <a:endParaRPr lang="en-US" sz="1200" dirty="0">
              <a:effectLst/>
              <a:latin typeface="Times New Roman" panose="02020603050405020304"/>
              <a:ea typeface="Times New Roman" panose="02020603050405020304"/>
            </a:endParaRPr>
          </a:p>
          <a:p>
            <a:pPr algn="ctr"/>
            <a:r>
              <a:rPr lang="pt-BR" sz="900" b="1" dirty="0">
                <a:effectLst/>
                <a:latin typeface="Times New Roman" panose="02020603050405020304"/>
                <a:ea typeface="Times New Roman" panose="02020603050405020304"/>
              </a:rPr>
              <a:t>Página</a:t>
            </a:r>
            <a:r>
              <a:rPr lang="pt-BR" sz="900" dirty="0">
                <a:effectLst/>
                <a:latin typeface="Times New Roman" panose="02020603050405020304"/>
                <a:ea typeface="Times New Roman" panose="02020603050405020304"/>
              </a:rPr>
              <a:t> 2/5</a:t>
            </a:r>
            <a:endParaRPr lang="en-US" sz="1200" dirty="0">
              <a:effectLst/>
              <a:latin typeface="Times New Roman" panose="02020603050405020304"/>
              <a:ea typeface="Times New Roman" panose="02020603050405020304"/>
            </a:endParaRPr>
          </a:p>
        </p:txBody>
      </p:sp>
      <p:sp>
        <p:nvSpPr>
          <p:cNvPr id="47" name="CaixaDeTexto 46"/>
          <p:cNvSpPr txBox="1"/>
          <p:nvPr userDrawn="1"/>
        </p:nvSpPr>
        <p:spPr>
          <a:xfrm>
            <a:off x="3245078" y="6391504"/>
            <a:ext cx="758843" cy="338554"/>
          </a:xfrm>
          <a:prstGeom prst="rect">
            <a:avLst/>
          </a:prstGeom>
          <a:noFill/>
          <a:ln>
            <a:noFill/>
          </a:ln>
        </p:spPr>
        <p:txBody>
          <a:bodyPr wrap="square" rtlCol="0">
            <a:spAutoFit/>
          </a:bodyPr>
          <a:lstStyle/>
          <a:p>
            <a:pPr algn="ctr"/>
            <a:r>
              <a:rPr lang="pt-BR" sz="800" b="1" baseline="0" dirty="0"/>
              <a:t>Capacidade </a:t>
            </a:r>
            <a:endParaRPr lang="pt-BR" sz="800" b="1" baseline="0" dirty="0"/>
          </a:p>
          <a:p>
            <a:pPr algn="ctr"/>
            <a:r>
              <a:rPr lang="pt-BR" sz="800" b="1" baseline="0" dirty="0"/>
              <a:t>do Disjuntor</a:t>
            </a:r>
            <a:endParaRPr lang="en-US" sz="800" b="1" dirty="0"/>
          </a:p>
        </p:txBody>
      </p:sp>
      <p:sp>
        <p:nvSpPr>
          <p:cNvPr id="53" name="Retângulo 52"/>
          <p:cNvSpPr/>
          <p:nvPr userDrawn="1"/>
        </p:nvSpPr>
        <p:spPr>
          <a:xfrm>
            <a:off x="3371319" y="5141477"/>
            <a:ext cx="1343802" cy="1294036"/>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54" name="Retângulo 53"/>
          <p:cNvSpPr/>
          <p:nvPr userDrawn="1"/>
        </p:nvSpPr>
        <p:spPr>
          <a:xfrm>
            <a:off x="5071882" y="5138382"/>
            <a:ext cx="1343802" cy="1294036"/>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pic>
        <p:nvPicPr>
          <p:cNvPr id="55" name="Picture 8" descr="https://encrypted-tbn0.gstatic.com/images?q=tbn:ANd9GcQJqCwyb_tu5ch_AFuDI62JyHOKC2gj3jd3A1hIpAr_IZgxC5-0jg"/>
          <p:cNvPicPr>
            <a:picLocks noChangeAspect="1" noChangeArrowheads="1"/>
          </p:cNvPicPr>
          <p:nvPr userDrawn="1"/>
        </p:nvPicPr>
        <p:blipFill rotWithShape="1">
          <a:blip r:embed="rId4" cstate="print">
            <a:lum bright="70000" contrast="-70000"/>
          </a:blip>
          <a:srcRect l="58123" t="8884" r="10530" b="19537"/>
          <a:stretch>
            <a:fillRect/>
          </a:stretch>
        </p:blipFill>
        <p:spPr bwMode="auto">
          <a:xfrm>
            <a:off x="3407252" y="5152510"/>
            <a:ext cx="1279936" cy="1276212"/>
          </a:xfrm>
          <a:prstGeom prst="rect">
            <a:avLst/>
          </a:prstGeom>
          <a:noFill/>
        </p:spPr>
      </p:pic>
      <p:pic>
        <p:nvPicPr>
          <p:cNvPr id="56" name="Picture 36" descr="87V_01_200p"/>
          <p:cNvPicPr>
            <a:picLocks noChangeAspect="1" noChangeArrowheads="1"/>
          </p:cNvPicPr>
          <p:nvPr userDrawn="1"/>
        </p:nvPicPr>
        <p:blipFill>
          <a:blip r:embed="rId5" cstate="print">
            <a:clrChange>
              <a:clrFrom>
                <a:srgbClr val="FFFFFF"/>
              </a:clrFrom>
              <a:clrTo>
                <a:srgbClr val="FFFFFF">
                  <a:alpha val="0"/>
                </a:srgbClr>
              </a:clrTo>
            </a:clrChange>
            <a:lum bright="70000" contrast="-70000"/>
            <a:extLst>
              <a:ext uri="{BEBA8EAE-BF5A-486C-A8C5-ECC9F3942E4B}">
                <a14:imgProps xmlns:a14="http://schemas.microsoft.com/office/drawing/2010/main">
                  <a14:imgLayer r:embed="rId6">
                    <a14:imgEffect>
                      <a14:colorTemperature colorTemp="4700"/>
                    </a14:imgEffect>
                    <a14:imgEffect>
                      <a14:saturation sat="0"/>
                    </a14:imgEffect>
                  </a14:imgLayer>
                </a14:imgProps>
              </a:ext>
            </a:extLst>
          </a:blip>
          <a:srcRect/>
          <a:stretch>
            <a:fillRect/>
          </a:stretch>
        </p:blipFill>
        <p:spPr bwMode="auto">
          <a:xfrm>
            <a:off x="5113116" y="5152510"/>
            <a:ext cx="1277168" cy="1267704"/>
          </a:xfrm>
          <a:prstGeom prst="rect">
            <a:avLst/>
          </a:prstGeom>
          <a:noFill/>
          <a:ln w="9525">
            <a:noFill/>
            <a:miter lim="800000"/>
            <a:headEnd/>
            <a:tailEnd/>
          </a:ln>
        </p:spPr>
      </p:pic>
      <p:sp>
        <p:nvSpPr>
          <p:cNvPr id="57" name="Retângulo 56"/>
          <p:cNvSpPr/>
          <p:nvPr userDrawn="1"/>
        </p:nvSpPr>
        <p:spPr>
          <a:xfrm>
            <a:off x="3954969" y="6447483"/>
            <a:ext cx="760151" cy="220955"/>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r"/>
            <a:r>
              <a:rPr lang="pt-BR" sz="900" b="1" dirty="0">
                <a:solidFill>
                  <a:schemeClr val="tx1"/>
                </a:solidFill>
              </a:rPr>
              <a:t>A</a:t>
            </a:r>
            <a:endParaRPr lang="en-US" sz="900" b="1" dirty="0">
              <a:solidFill>
                <a:schemeClr val="tx1"/>
              </a:solidFill>
            </a:endParaRPr>
          </a:p>
        </p:txBody>
      </p:sp>
      <p:sp>
        <p:nvSpPr>
          <p:cNvPr id="58" name="CaixaDeTexto 57"/>
          <p:cNvSpPr txBox="1"/>
          <p:nvPr userDrawn="1"/>
        </p:nvSpPr>
        <p:spPr>
          <a:xfrm>
            <a:off x="4985687" y="6376935"/>
            <a:ext cx="758843" cy="338554"/>
          </a:xfrm>
          <a:prstGeom prst="rect">
            <a:avLst/>
          </a:prstGeom>
          <a:noFill/>
          <a:ln>
            <a:noFill/>
          </a:ln>
        </p:spPr>
        <p:txBody>
          <a:bodyPr wrap="square" rtlCol="0">
            <a:spAutoFit/>
          </a:bodyPr>
          <a:lstStyle/>
          <a:p>
            <a:pPr algn="ctr"/>
            <a:r>
              <a:rPr lang="pt-BR" sz="800" b="1" baseline="0" dirty="0"/>
              <a:t>Tensão de Alimentação</a:t>
            </a:r>
            <a:endParaRPr lang="en-US" sz="800" b="1" dirty="0"/>
          </a:p>
        </p:txBody>
      </p:sp>
      <p:sp>
        <p:nvSpPr>
          <p:cNvPr id="59" name="Retângulo 58"/>
          <p:cNvSpPr/>
          <p:nvPr userDrawn="1"/>
        </p:nvSpPr>
        <p:spPr>
          <a:xfrm>
            <a:off x="5664880" y="6442084"/>
            <a:ext cx="750804" cy="220955"/>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r"/>
            <a:r>
              <a:rPr lang="pt-BR" sz="900" b="1" dirty="0">
                <a:solidFill>
                  <a:schemeClr val="tx1"/>
                </a:solidFill>
              </a:rPr>
              <a:t>V</a:t>
            </a:r>
            <a:endParaRPr lang="en-US" sz="900" b="1" dirty="0">
              <a:solidFill>
                <a:schemeClr val="tx1"/>
              </a:solidFill>
            </a:endParaRPr>
          </a:p>
        </p:txBody>
      </p:sp>
      <p:pic>
        <p:nvPicPr>
          <p:cNvPr id="61" name="Picture 1"/>
          <p:cNvPicPr>
            <a:picLocks noChangeAspect="1" noChangeArrowheads="1"/>
          </p:cNvPicPr>
          <p:nvPr userDrawn="1"/>
        </p:nvPicPr>
        <p:blipFill>
          <a:blip r:embed="rId7" cstate="print"/>
          <a:srcRect/>
          <a:stretch>
            <a:fillRect/>
          </a:stretch>
        </p:blipFill>
        <p:spPr bwMode="auto">
          <a:xfrm>
            <a:off x="3645133" y="4322108"/>
            <a:ext cx="2840304" cy="751766"/>
          </a:xfrm>
          <a:prstGeom prst="rect">
            <a:avLst/>
          </a:prstGeom>
          <a:noFill/>
          <a:ln w="9525">
            <a:noFill/>
            <a:miter lim="800000"/>
            <a:headEnd/>
            <a:tailEnd/>
          </a:ln>
        </p:spPr>
      </p:pic>
      <p:sp>
        <p:nvSpPr>
          <p:cNvPr id="63" name="Retângulo 62"/>
          <p:cNvSpPr/>
          <p:nvPr userDrawn="1"/>
        </p:nvSpPr>
        <p:spPr>
          <a:xfrm>
            <a:off x="4985686" y="6874074"/>
            <a:ext cx="1429997" cy="1607844"/>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64" name="CaixaDeTexto 63"/>
          <p:cNvSpPr txBox="1"/>
          <p:nvPr userDrawn="1"/>
        </p:nvSpPr>
        <p:spPr>
          <a:xfrm>
            <a:off x="4985687" y="8481918"/>
            <a:ext cx="1408420" cy="338554"/>
          </a:xfrm>
          <a:prstGeom prst="rect">
            <a:avLst/>
          </a:prstGeom>
          <a:noFill/>
          <a:ln>
            <a:noFill/>
          </a:ln>
        </p:spPr>
        <p:txBody>
          <a:bodyPr wrap="square" rtlCol="0">
            <a:spAutoFit/>
          </a:bodyPr>
          <a:lstStyle/>
          <a:p>
            <a:pPr algn="ctr"/>
            <a:r>
              <a:rPr lang="pt-BR" sz="800" b="1" baseline="0" dirty="0"/>
              <a:t>Foto dos cabos interligado no borne do Condensador</a:t>
            </a:r>
            <a:endParaRPr lang="en-US" sz="800" b="1" dirty="0"/>
          </a:p>
        </p:txBody>
      </p:sp>
      <p:sp>
        <p:nvSpPr>
          <p:cNvPr id="65" name="Retângulo 64"/>
          <p:cNvSpPr/>
          <p:nvPr userDrawn="1"/>
        </p:nvSpPr>
        <p:spPr>
          <a:xfrm>
            <a:off x="3343386" y="6874074"/>
            <a:ext cx="1408420" cy="1607844"/>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66" name="CaixaDeTexto 65"/>
          <p:cNvSpPr txBox="1"/>
          <p:nvPr userDrawn="1"/>
        </p:nvSpPr>
        <p:spPr>
          <a:xfrm>
            <a:off x="3339010" y="8481918"/>
            <a:ext cx="1408420" cy="338554"/>
          </a:xfrm>
          <a:prstGeom prst="rect">
            <a:avLst/>
          </a:prstGeom>
          <a:noFill/>
          <a:ln>
            <a:noFill/>
          </a:ln>
        </p:spPr>
        <p:txBody>
          <a:bodyPr wrap="square" rtlCol="0">
            <a:spAutoFit/>
          </a:bodyPr>
          <a:lstStyle/>
          <a:p>
            <a:pPr algn="ctr"/>
            <a:r>
              <a:rPr lang="pt-BR" sz="800" b="1" baseline="0" dirty="0"/>
              <a:t>Foto dos cabos interligado no borne do Evaporador </a:t>
            </a:r>
            <a:endParaRPr lang="en-US" sz="800" b="1" dirty="0"/>
          </a:p>
        </p:txBody>
      </p:sp>
      <p:pic>
        <p:nvPicPr>
          <p:cNvPr id="67" name="Imagem 66"/>
          <p:cNvPicPr>
            <a:picLocks noChangeAspect="1"/>
          </p:cNvPicPr>
          <p:nvPr userDrawn="1"/>
        </p:nvPicPr>
        <p:blipFill>
          <a:blip r:embed="rId8" cstate="print">
            <a:lum bright="70000" contrast="-70000"/>
            <a:extLst>
              <a:ext uri="{28A0092B-C50C-407E-A947-70E740481C1C}">
                <a14:useLocalDpi xmlns:a14="http://schemas.microsoft.com/office/drawing/2010/main" val="0"/>
              </a:ext>
            </a:extLst>
          </a:blip>
          <a:stretch>
            <a:fillRect/>
          </a:stretch>
        </p:blipFill>
        <p:spPr>
          <a:xfrm>
            <a:off x="3371319" y="7233758"/>
            <a:ext cx="1385686" cy="990314"/>
          </a:xfrm>
          <a:prstGeom prst="rect">
            <a:avLst/>
          </a:prstGeom>
        </p:spPr>
      </p:pic>
      <p:pic>
        <p:nvPicPr>
          <p:cNvPr id="68" name="Imagem 67"/>
          <p:cNvPicPr>
            <a:picLocks noChangeAspect="1"/>
          </p:cNvPicPr>
          <p:nvPr userDrawn="1"/>
        </p:nvPicPr>
        <p:blipFill rotWithShape="1">
          <a:blip r:embed="rId9" cstate="print">
            <a:lum bright="70000" contrast="-70000"/>
            <a:extLst>
              <a:ext uri="{28A0092B-C50C-407E-A947-70E740481C1C}">
                <a14:useLocalDpi xmlns:a14="http://schemas.microsoft.com/office/drawing/2010/main" val="0"/>
              </a:ext>
            </a:extLst>
          </a:blip>
          <a:srcRect l="22694" t="3024" r="11356" b="5709"/>
          <a:stretch>
            <a:fillRect/>
          </a:stretch>
        </p:blipFill>
        <p:spPr>
          <a:xfrm>
            <a:off x="5008546" y="7251912"/>
            <a:ext cx="1404598" cy="983248"/>
          </a:xfrm>
          <a:prstGeom prst="rect">
            <a:avLst/>
          </a:prstGeom>
        </p:spPr>
      </p:pic>
      <p:sp>
        <p:nvSpPr>
          <p:cNvPr id="69" name="CaixaDeTexto 68"/>
          <p:cNvSpPr txBox="1"/>
          <p:nvPr userDrawn="1"/>
        </p:nvSpPr>
        <p:spPr>
          <a:xfrm>
            <a:off x="148734" y="6536537"/>
            <a:ext cx="1152128" cy="338554"/>
          </a:xfrm>
          <a:prstGeom prst="rect">
            <a:avLst/>
          </a:prstGeom>
          <a:noFill/>
          <a:ln>
            <a:noFill/>
          </a:ln>
        </p:spPr>
        <p:txBody>
          <a:bodyPr wrap="square" rtlCol="0">
            <a:spAutoFit/>
          </a:bodyPr>
          <a:lstStyle/>
          <a:p>
            <a:pPr algn="ctr"/>
            <a:r>
              <a:rPr lang="pt-BR" sz="800" b="1" baseline="0" dirty="0"/>
              <a:t>Qual o bitola do cabo de Alimentação </a:t>
            </a:r>
            <a:endParaRPr lang="en-US" sz="800" b="1" dirty="0"/>
          </a:p>
        </p:txBody>
      </p:sp>
      <p:sp>
        <p:nvSpPr>
          <p:cNvPr id="70" name="Retângulo 69"/>
          <p:cNvSpPr/>
          <p:nvPr userDrawn="1"/>
        </p:nvSpPr>
        <p:spPr>
          <a:xfrm>
            <a:off x="1237273" y="6595336"/>
            <a:ext cx="760151" cy="220955"/>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r"/>
            <a:r>
              <a:rPr lang="pt-BR" sz="900" b="1" dirty="0">
                <a:solidFill>
                  <a:schemeClr val="tx1"/>
                </a:solidFill>
              </a:rPr>
              <a:t>mm</a:t>
            </a:r>
            <a:endParaRPr lang="en-US" sz="900" b="1" dirty="0">
              <a:solidFill>
                <a:schemeClr val="tx1"/>
              </a:solidFill>
            </a:endParaRPr>
          </a:p>
        </p:txBody>
      </p:sp>
      <p:pic>
        <p:nvPicPr>
          <p:cNvPr id="2" name="Imagem 1"/>
          <p:cNvPicPr>
            <a:picLocks noChangeAspect="1"/>
          </p:cNvPicPr>
          <p:nvPr userDrawn="1"/>
        </p:nvPicPr>
        <p:blipFill>
          <a:blip r:embed="rId10"/>
          <a:stretch>
            <a:fillRect/>
          </a:stretch>
        </p:blipFill>
        <p:spPr>
          <a:xfrm>
            <a:off x="1772815" y="1835696"/>
            <a:ext cx="1400255" cy="897197"/>
          </a:xfrm>
          <a:prstGeom prst="rect">
            <a:avLst/>
          </a:prstGeom>
        </p:spPr>
      </p:pic>
      <p:pic>
        <p:nvPicPr>
          <p:cNvPr id="3" name="Imagem 2"/>
          <p:cNvPicPr>
            <a:picLocks noChangeAspect="1"/>
          </p:cNvPicPr>
          <p:nvPr userDrawn="1"/>
        </p:nvPicPr>
        <p:blipFill>
          <a:blip r:embed="rId11"/>
          <a:stretch>
            <a:fillRect/>
          </a:stretch>
        </p:blipFill>
        <p:spPr>
          <a:xfrm>
            <a:off x="286435" y="1854502"/>
            <a:ext cx="1506195" cy="878391"/>
          </a:xfrm>
          <a:prstGeom prst="rect">
            <a:avLst/>
          </a:prstGeom>
        </p:spPr>
      </p:pic>
      <p:sp>
        <p:nvSpPr>
          <p:cNvPr id="71" name="CaixaDeTexto 70"/>
          <p:cNvSpPr txBox="1"/>
          <p:nvPr userDrawn="1"/>
        </p:nvSpPr>
        <p:spPr>
          <a:xfrm>
            <a:off x="57046" y="4283968"/>
            <a:ext cx="2840265" cy="276999"/>
          </a:xfrm>
          <a:prstGeom prst="rect">
            <a:avLst/>
          </a:prstGeom>
          <a:noFill/>
          <a:ln>
            <a:noFill/>
          </a:ln>
        </p:spPr>
        <p:txBody>
          <a:bodyPr wrap="none" rtlCol="0">
            <a:spAutoFit/>
          </a:bodyPr>
          <a:lstStyle/>
          <a:p>
            <a:r>
              <a:rPr lang="pt-BR" sz="1200" b="1" baseline="0" dirty="0"/>
              <a:t>2. Informação sobre a instalação elétrica: </a:t>
            </a:r>
            <a:endParaRPr lang="en-US" sz="1200" b="1" dirty="0"/>
          </a:p>
        </p:txBody>
      </p:sp>
      <p:sp>
        <p:nvSpPr>
          <p:cNvPr id="72" name="CaixaDeTexto 71"/>
          <p:cNvSpPr txBox="1"/>
          <p:nvPr userDrawn="1"/>
        </p:nvSpPr>
        <p:spPr>
          <a:xfrm>
            <a:off x="50696" y="4499992"/>
            <a:ext cx="3501536" cy="276999"/>
          </a:xfrm>
          <a:prstGeom prst="rect">
            <a:avLst/>
          </a:prstGeom>
          <a:noFill/>
          <a:ln>
            <a:noFill/>
          </a:ln>
        </p:spPr>
        <p:txBody>
          <a:bodyPr wrap="none" rtlCol="0">
            <a:spAutoFit/>
          </a:bodyPr>
          <a:lstStyle/>
          <a:p>
            <a:r>
              <a:rPr lang="pt-BR" sz="1200" b="0" baseline="0" dirty="0"/>
              <a:t>2.1 Qual a tensão de alimentação na Condensadora? </a:t>
            </a:r>
            <a:endParaRPr lang="en-US" sz="1200" b="0" dirty="0"/>
          </a:p>
        </p:txBody>
      </p:sp>
      <p:sp>
        <p:nvSpPr>
          <p:cNvPr id="73" name="CaixaDeTexto 72"/>
          <p:cNvSpPr txBox="1"/>
          <p:nvPr userDrawn="1"/>
        </p:nvSpPr>
        <p:spPr>
          <a:xfrm>
            <a:off x="140460" y="1119139"/>
            <a:ext cx="2261966" cy="307777"/>
          </a:xfrm>
          <a:prstGeom prst="rect">
            <a:avLst/>
          </a:prstGeom>
          <a:noFill/>
        </p:spPr>
        <p:txBody>
          <a:bodyPr wrap="none" rtlCol="0">
            <a:spAutoFit/>
          </a:bodyPr>
          <a:lstStyle/>
          <a:p>
            <a:r>
              <a:rPr lang="pt-BR" sz="1400" b="1" dirty="0"/>
              <a:t> </a:t>
            </a:r>
            <a:r>
              <a:rPr lang="pt-BR" sz="1200" b="1" kern="1200" baseline="0" dirty="0">
                <a:solidFill>
                  <a:schemeClr val="tx1"/>
                </a:solidFill>
                <a:latin typeface="+mn-lt"/>
                <a:ea typeface="+mn-ea"/>
                <a:cs typeface="+mn-cs"/>
              </a:rPr>
              <a:t>1. Instalação física das unidades</a:t>
            </a:r>
            <a:endParaRPr lang="en-US" sz="1200" b="1" kern="1200" baseline="0" dirty="0">
              <a:solidFill>
                <a:schemeClr val="tx1"/>
              </a:solidFill>
              <a:latin typeface="+mn-lt"/>
              <a:ea typeface="+mn-ea"/>
              <a:cs typeface="+mn-cs"/>
            </a:endParaRPr>
          </a:p>
        </p:txBody>
      </p:sp>
      <p:pic>
        <p:nvPicPr>
          <p:cNvPr id="4" name="Imagem 3"/>
          <p:cNvPicPr>
            <a:picLocks noChangeAspect="1"/>
          </p:cNvPicPr>
          <p:nvPr userDrawn="1"/>
        </p:nvPicPr>
        <p:blipFill rotWithShape="1">
          <a:blip r:embed="rId12"/>
          <a:srcRect t="5259" r="6248" b="243"/>
          <a:stretch>
            <a:fillRect/>
          </a:stretch>
        </p:blipFill>
        <p:spPr>
          <a:xfrm rot="16200000">
            <a:off x="802868" y="4391488"/>
            <a:ext cx="1339480" cy="2664296"/>
          </a:xfrm>
          <a:prstGeom prst="rect">
            <a:avLst/>
          </a:prstGeom>
        </p:spPr>
      </p:pic>
      <p:pic>
        <p:nvPicPr>
          <p:cNvPr id="5" name="Imagem 4"/>
          <p:cNvPicPr>
            <a:picLocks noChangeAspect="1"/>
          </p:cNvPicPr>
          <p:nvPr userDrawn="1"/>
        </p:nvPicPr>
        <p:blipFill rotWithShape="1">
          <a:blip r:embed="rId13"/>
          <a:srcRect l="15112"/>
          <a:stretch>
            <a:fillRect/>
          </a:stretch>
        </p:blipFill>
        <p:spPr>
          <a:xfrm>
            <a:off x="188640" y="7235130"/>
            <a:ext cx="1568594" cy="1657350"/>
          </a:xfrm>
          <a:prstGeom prst="rect">
            <a:avLst/>
          </a:prstGeom>
        </p:spPr>
      </p:pic>
      <p:sp>
        <p:nvSpPr>
          <p:cNvPr id="6" name="CaixaDeTexto 5"/>
          <p:cNvSpPr txBox="1"/>
          <p:nvPr userDrawn="1"/>
        </p:nvSpPr>
        <p:spPr>
          <a:xfrm>
            <a:off x="148734" y="4776991"/>
            <a:ext cx="2200146" cy="338554"/>
          </a:xfrm>
          <a:prstGeom prst="rect">
            <a:avLst/>
          </a:prstGeom>
          <a:noFill/>
        </p:spPr>
        <p:txBody>
          <a:bodyPr wrap="square" rtlCol="0">
            <a:spAutoFit/>
          </a:bodyPr>
          <a:lstStyle/>
          <a:p>
            <a:r>
              <a:rPr lang="pt-BR" sz="1600" kern="1200" baseline="0" dirty="0">
                <a:solidFill>
                  <a:schemeClr val="tx1"/>
                </a:solidFill>
                <a:latin typeface="+mn-lt"/>
                <a:ea typeface="+mn-ea"/>
                <a:cs typeface="+mn-cs"/>
              </a:rPr>
              <a:t>Unidade </a:t>
            </a:r>
            <a:r>
              <a:rPr lang="pt-BR" sz="1600" baseline="0" dirty="0"/>
              <a:t>condensadora</a:t>
            </a:r>
            <a:endParaRPr lang="pt-BR" sz="1600" dirty="0"/>
          </a:p>
        </p:txBody>
      </p:sp>
      <p:sp>
        <p:nvSpPr>
          <p:cNvPr id="74" name="CaixaDeTexto 73"/>
          <p:cNvSpPr txBox="1"/>
          <p:nvPr userDrawn="1"/>
        </p:nvSpPr>
        <p:spPr>
          <a:xfrm>
            <a:off x="148734" y="6897742"/>
            <a:ext cx="2200146" cy="338554"/>
          </a:xfrm>
          <a:prstGeom prst="rect">
            <a:avLst/>
          </a:prstGeom>
          <a:noFill/>
        </p:spPr>
        <p:txBody>
          <a:bodyPr wrap="square" rtlCol="0">
            <a:spAutoFit/>
          </a:bodyPr>
          <a:lstStyle/>
          <a:p>
            <a:r>
              <a:rPr lang="pt-BR" sz="1600" kern="1200" baseline="0" dirty="0">
                <a:solidFill>
                  <a:schemeClr val="tx1"/>
                </a:solidFill>
                <a:latin typeface="+mn-lt"/>
                <a:ea typeface="+mn-ea"/>
                <a:cs typeface="+mn-cs"/>
              </a:rPr>
              <a:t>Unidade Evaporad</a:t>
            </a:r>
            <a:r>
              <a:rPr lang="pt-BR" sz="1600" baseline="0" dirty="0"/>
              <a:t>ora</a:t>
            </a:r>
            <a:endParaRPr lang="pt-BR"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ítulo e conteúdo">
    <p:spTree>
      <p:nvGrpSpPr>
        <p:cNvPr id="1" name=""/>
        <p:cNvGrpSpPr/>
        <p:nvPr/>
      </p:nvGrpSpPr>
      <p:grpSpPr>
        <a:xfrm>
          <a:off x="0" y="0"/>
          <a:ext cx="0" cy="0"/>
          <a:chOff x="0" y="0"/>
          <a:chExt cx="0" cy="0"/>
        </a:xfrm>
      </p:grpSpPr>
      <p:pic>
        <p:nvPicPr>
          <p:cNvPr id="10" name="Imagem 9"/>
          <p:cNvPicPr>
            <a:picLocks noChangeAspect="1"/>
          </p:cNvPicPr>
          <p:nvPr userDrawn="1"/>
        </p:nvPicPr>
        <p:blipFill>
          <a:blip r:embed="rId2"/>
          <a:stretch>
            <a:fillRect/>
          </a:stretch>
        </p:blipFill>
        <p:spPr>
          <a:xfrm rot="2307434">
            <a:off x="227621" y="7725290"/>
            <a:ext cx="990000" cy="985532"/>
          </a:xfrm>
          <a:prstGeom prst="rect">
            <a:avLst/>
          </a:prstGeom>
        </p:spPr>
      </p:pic>
      <p:pic>
        <p:nvPicPr>
          <p:cNvPr id="22" name="Imagem 21"/>
          <p:cNvPicPr>
            <a:picLocks noChangeAspect="1"/>
          </p:cNvPicPr>
          <p:nvPr userDrawn="1"/>
        </p:nvPicPr>
        <p:blipFill rotWithShape="1">
          <a:blip r:embed="rId3"/>
          <a:srcRect l="9013" t="1" b="1848"/>
          <a:stretch>
            <a:fillRect/>
          </a:stretch>
        </p:blipFill>
        <p:spPr>
          <a:xfrm rot="2145308">
            <a:off x="1542571" y="7760378"/>
            <a:ext cx="990000" cy="1010057"/>
          </a:xfrm>
          <a:prstGeom prst="rect">
            <a:avLst/>
          </a:prstGeom>
        </p:spPr>
      </p:pic>
      <p:pic>
        <p:nvPicPr>
          <p:cNvPr id="23" name="Imagem 22"/>
          <p:cNvPicPr>
            <a:picLocks noChangeAspect="1"/>
          </p:cNvPicPr>
          <p:nvPr userDrawn="1"/>
        </p:nvPicPr>
        <p:blipFill rotWithShape="1">
          <a:blip r:embed="rId4"/>
          <a:srcRect b="9253"/>
          <a:stretch>
            <a:fillRect/>
          </a:stretch>
        </p:blipFill>
        <p:spPr>
          <a:xfrm rot="2198062">
            <a:off x="2735727" y="7778608"/>
            <a:ext cx="990000" cy="988105"/>
          </a:xfrm>
          <a:prstGeom prst="rect">
            <a:avLst/>
          </a:prstGeom>
        </p:spPr>
      </p:pic>
      <p:sp>
        <p:nvSpPr>
          <p:cNvPr id="7" name="CaixaDeTexto 6"/>
          <p:cNvSpPr txBox="1"/>
          <p:nvPr userDrawn="1"/>
        </p:nvSpPr>
        <p:spPr>
          <a:xfrm>
            <a:off x="141537" y="1031632"/>
            <a:ext cx="3302186" cy="307777"/>
          </a:xfrm>
          <a:prstGeom prst="rect">
            <a:avLst/>
          </a:prstGeom>
          <a:noFill/>
        </p:spPr>
        <p:txBody>
          <a:bodyPr wrap="none" rtlCol="0">
            <a:spAutoFit/>
          </a:bodyPr>
          <a:lstStyle/>
          <a:p>
            <a:r>
              <a:rPr lang="pt-BR" sz="1400" b="1" dirty="0"/>
              <a:t>ANÁLISE</a:t>
            </a:r>
            <a:r>
              <a:rPr lang="pt-BR" sz="1400" b="1" baseline="0" dirty="0"/>
              <a:t> A SER REALIZADA PELO TÉCNICO</a:t>
            </a:r>
            <a:endParaRPr lang="en-US" sz="1400" b="1" dirty="0"/>
          </a:p>
        </p:txBody>
      </p:sp>
      <p:sp>
        <p:nvSpPr>
          <p:cNvPr id="8" name="CaixaDeTexto 7"/>
          <p:cNvSpPr txBox="1"/>
          <p:nvPr userDrawn="1"/>
        </p:nvSpPr>
        <p:spPr>
          <a:xfrm>
            <a:off x="160587" y="1314934"/>
            <a:ext cx="1736245" cy="276999"/>
          </a:xfrm>
          <a:prstGeom prst="rect">
            <a:avLst/>
          </a:prstGeom>
          <a:noFill/>
          <a:ln>
            <a:noFill/>
          </a:ln>
        </p:spPr>
        <p:txBody>
          <a:bodyPr wrap="none" rtlCol="0">
            <a:spAutoFit/>
          </a:bodyPr>
          <a:lstStyle/>
          <a:p>
            <a:r>
              <a:rPr lang="pt-BR" sz="1200" b="1" baseline="0" dirty="0"/>
              <a:t>3. Qual o Código de Erro</a:t>
            </a:r>
            <a:endParaRPr lang="en-US" sz="1200" b="1" dirty="0"/>
          </a:p>
        </p:txBody>
      </p:sp>
      <p:sp>
        <p:nvSpPr>
          <p:cNvPr id="9" name="Retângulo 8"/>
          <p:cNvSpPr/>
          <p:nvPr userDrawn="1"/>
        </p:nvSpPr>
        <p:spPr>
          <a:xfrm>
            <a:off x="260648" y="1591933"/>
            <a:ext cx="1944216" cy="38777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11" name="CaixaDeTexto 10"/>
          <p:cNvSpPr txBox="1"/>
          <p:nvPr userDrawn="1"/>
        </p:nvSpPr>
        <p:spPr>
          <a:xfrm>
            <a:off x="2516204" y="1314933"/>
            <a:ext cx="2136932" cy="276999"/>
          </a:xfrm>
          <a:prstGeom prst="rect">
            <a:avLst/>
          </a:prstGeom>
          <a:noFill/>
          <a:ln>
            <a:noFill/>
          </a:ln>
        </p:spPr>
        <p:txBody>
          <a:bodyPr wrap="none" rtlCol="0">
            <a:spAutoFit/>
          </a:bodyPr>
          <a:lstStyle/>
          <a:p>
            <a:r>
              <a:rPr lang="pt-BR" sz="1200" b="1" baseline="0" dirty="0"/>
              <a:t>4. Qual é o sintoma / Defeito? </a:t>
            </a:r>
            <a:endParaRPr lang="en-US" sz="1200" b="1" dirty="0"/>
          </a:p>
        </p:txBody>
      </p:sp>
      <p:sp>
        <p:nvSpPr>
          <p:cNvPr id="12" name="Retângulo 11"/>
          <p:cNvSpPr/>
          <p:nvPr userDrawn="1"/>
        </p:nvSpPr>
        <p:spPr>
          <a:xfrm>
            <a:off x="2516204" y="1591933"/>
            <a:ext cx="4081147" cy="387779"/>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13" name="CaixaDeTexto 12"/>
          <p:cNvSpPr txBox="1"/>
          <p:nvPr userDrawn="1"/>
        </p:nvSpPr>
        <p:spPr>
          <a:xfrm>
            <a:off x="168960" y="2051720"/>
            <a:ext cx="2360454" cy="276999"/>
          </a:xfrm>
          <a:prstGeom prst="rect">
            <a:avLst/>
          </a:prstGeom>
          <a:noFill/>
          <a:ln>
            <a:noFill/>
          </a:ln>
        </p:spPr>
        <p:txBody>
          <a:bodyPr wrap="none" rtlCol="0">
            <a:spAutoFit/>
          </a:bodyPr>
          <a:lstStyle/>
          <a:p>
            <a:r>
              <a:rPr lang="pt-BR" sz="1200" b="1" baseline="0" dirty="0"/>
              <a:t>5. Quais Testes foram Realizados? </a:t>
            </a:r>
            <a:endParaRPr lang="en-US" sz="1200" b="1" dirty="0"/>
          </a:p>
        </p:txBody>
      </p:sp>
      <p:sp>
        <p:nvSpPr>
          <p:cNvPr id="14" name="Retângulo 13"/>
          <p:cNvSpPr/>
          <p:nvPr userDrawn="1"/>
        </p:nvSpPr>
        <p:spPr>
          <a:xfrm>
            <a:off x="260648" y="2313891"/>
            <a:ext cx="6336703" cy="889957"/>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15" name="CaixaDeTexto 14"/>
          <p:cNvSpPr txBox="1"/>
          <p:nvPr userDrawn="1"/>
        </p:nvSpPr>
        <p:spPr>
          <a:xfrm>
            <a:off x="175310" y="3231175"/>
            <a:ext cx="5478295" cy="276999"/>
          </a:xfrm>
          <a:prstGeom prst="rect">
            <a:avLst/>
          </a:prstGeom>
          <a:noFill/>
          <a:ln>
            <a:noFill/>
          </a:ln>
        </p:spPr>
        <p:txBody>
          <a:bodyPr wrap="none" rtlCol="0">
            <a:spAutoFit/>
          </a:bodyPr>
          <a:lstStyle/>
          <a:p>
            <a:r>
              <a:rPr lang="pt-BR" sz="1200" b="1" baseline="0" dirty="0"/>
              <a:t>6. Qual Peça será solicitada em garantia?  Informe o Part Number / Código da Peça.</a:t>
            </a:r>
            <a:endParaRPr lang="en-US" sz="1200" b="1" dirty="0"/>
          </a:p>
        </p:txBody>
      </p:sp>
      <p:sp>
        <p:nvSpPr>
          <p:cNvPr id="16" name="Retângulo 15"/>
          <p:cNvSpPr/>
          <p:nvPr userDrawn="1"/>
        </p:nvSpPr>
        <p:spPr>
          <a:xfrm>
            <a:off x="263987" y="3478950"/>
            <a:ext cx="6333364" cy="516986"/>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17" name="CaixaDeTexto 16"/>
          <p:cNvSpPr txBox="1"/>
          <p:nvPr userDrawn="1"/>
        </p:nvSpPr>
        <p:spPr>
          <a:xfrm>
            <a:off x="168960" y="4002286"/>
            <a:ext cx="4620945" cy="276999"/>
          </a:xfrm>
          <a:prstGeom prst="rect">
            <a:avLst/>
          </a:prstGeom>
          <a:noFill/>
          <a:ln>
            <a:noFill/>
          </a:ln>
        </p:spPr>
        <p:txBody>
          <a:bodyPr wrap="none" rtlCol="0">
            <a:spAutoFit/>
          </a:bodyPr>
          <a:lstStyle/>
          <a:p>
            <a:r>
              <a:rPr lang="pt-BR" sz="1200" b="1" baseline="0" dirty="0"/>
              <a:t>7. Informação importantes sobre os motores ventiladores BLDC e AC: </a:t>
            </a:r>
            <a:endParaRPr lang="en-US" sz="1200" b="1" dirty="0"/>
          </a:p>
        </p:txBody>
      </p:sp>
      <p:sp>
        <p:nvSpPr>
          <p:cNvPr id="18" name="Text Box 8"/>
          <p:cNvSpPr txBox="1">
            <a:spLocks noChangeArrowheads="1"/>
          </p:cNvSpPr>
          <p:nvPr userDrawn="1"/>
        </p:nvSpPr>
        <p:spPr bwMode="auto">
          <a:xfrm>
            <a:off x="6061490" y="670651"/>
            <a:ext cx="777240" cy="321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ctr" anchorCtr="0" upright="1">
            <a:noAutofit/>
          </a:bodyPr>
          <a:lstStyle/>
          <a:p>
            <a:pPr algn="ctr"/>
            <a:r>
              <a:rPr lang="pt-BR" sz="900" b="1" dirty="0">
                <a:effectLst/>
                <a:latin typeface="Times New Roman" panose="02020603050405020304"/>
                <a:ea typeface="Times New Roman" panose="02020603050405020304"/>
              </a:rPr>
              <a:t>Versão:</a:t>
            </a:r>
            <a:r>
              <a:rPr lang="pt-BR" sz="900" dirty="0">
                <a:effectLst/>
                <a:latin typeface="Times New Roman" panose="02020603050405020304"/>
                <a:ea typeface="Times New Roman" panose="02020603050405020304"/>
              </a:rPr>
              <a:t> 01</a:t>
            </a:r>
            <a:endParaRPr lang="en-US" sz="1200" dirty="0">
              <a:effectLst/>
              <a:latin typeface="Times New Roman" panose="02020603050405020304"/>
              <a:ea typeface="Times New Roman" panose="02020603050405020304"/>
            </a:endParaRPr>
          </a:p>
          <a:p>
            <a:pPr algn="ctr"/>
            <a:r>
              <a:rPr lang="pt-BR" sz="900" b="1" dirty="0">
                <a:effectLst/>
                <a:latin typeface="Times New Roman" panose="02020603050405020304"/>
                <a:ea typeface="Times New Roman" panose="02020603050405020304"/>
              </a:rPr>
              <a:t>Página</a:t>
            </a:r>
            <a:r>
              <a:rPr lang="pt-BR" sz="900" dirty="0">
                <a:effectLst/>
                <a:latin typeface="Times New Roman" panose="02020603050405020304"/>
                <a:ea typeface="Times New Roman" panose="02020603050405020304"/>
              </a:rPr>
              <a:t> 2/5</a:t>
            </a:r>
            <a:endParaRPr lang="en-US" sz="1200" dirty="0">
              <a:effectLst/>
              <a:latin typeface="Times New Roman" panose="02020603050405020304"/>
              <a:ea typeface="Times New Roman" panose="02020603050405020304"/>
            </a:endParaRPr>
          </a:p>
        </p:txBody>
      </p:sp>
      <p:sp>
        <p:nvSpPr>
          <p:cNvPr id="2" name="CaixaDeTexto 1"/>
          <p:cNvSpPr txBox="1"/>
          <p:nvPr userDrawn="1"/>
        </p:nvSpPr>
        <p:spPr>
          <a:xfrm>
            <a:off x="199851" y="4268286"/>
            <a:ext cx="6397500" cy="861774"/>
          </a:xfrm>
          <a:prstGeom prst="rect">
            <a:avLst/>
          </a:prstGeom>
          <a:noFill/>
          <a:ln>
            <a:solidFill>
              <a:schemeClr val="bg1">
                <a:lumMod val="85000"/>
              </a:schemeClr>
            </a:solidFill>
          </a:ln>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defRPr/>
            </a:pPr>
            <a:r>
              <a:rPr lang="pt-BR" sz="1000" kern="1200" dirty="0">
                <a:solidFill>
                  <a:schemeClr val="tx1"/>
                </a:solidFill>
                <a:effectLst/>
                <a:latin typeface="+mn-lt"/>
                <a:ea typeface="+mn-ea"/>
                <a:cs typeface="+mn-cs"/>
              </a:rPr>
              <a:t>Modelos:</a:t>
            </a:r>
            <a:r>
              <a:rPr lang="pt-BR" sz="1000" kern="1200" baseline="0" dirty="0">
                <a:solidFill>
                  <a:schemeClr val="tx1"/>
                </a:solidFill>
                <a:effectLst/>
                <a:latin typeface="+mn-lt"/>
                <a:ea typeface="+mn-ea"/>
                <a:cs typeface="+mn-cs"/>
              </a:rPr>
              <a:t> Cassete, Teto e Multi Split Inverter comercial leve – LCAC – Unidade Externa – Condensadora</a:t>
            </a:r>
            <a:endParaRPr lang="pt-BR" sz="1000" kern="1200" baseline="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defRPr/>
            </a:pPr>
            <a:br>
              <a:rPr lang="pt-BR" sz="1000" kern="1200" baseline="0" dirty="0">
                <a:solidFill>
                  <a:schemeClr val="tx1"/>
                </a:solidFill>
                <a:effectLst/>
                <a:latin typeface="+mn-lt"/>
                <a:ea typeface="+mn-ea"/>
                <a:cs typeface="+mn-cs"/>
              </a:rPr>
            </a:br>
            <a:r>
              <a:rPr lang="pt-BR" sz="1000" kern="1200" baseline="0" dirty="0">
                <a:solidFill>
                  <a:schemeClr val="tx1"/>
                </a:solidFill>
                <a:effectLst/>
                <a:latin typeface="+mn-lt"/>
                <a:ea typeface="+mn-ea"/>
                <a:cs typeface="+mn-cs"/>
              </a:rPr>
              <a:t>Equipado com:</a:t>
            </a:r>
            <a:br>
              <a:rPr lang="pt-BR" sz="1000" kern="1200" baseline="0" dirty="0">
                <a:solidFill>
                  <a:schemeClr val="tx1"/>
                </a:solidFill>
                <a:effectLst/>
                <a:latin typeface="+mn-lt"/>
                <a:ea typeface="+mn-ea"/>
                <a:cs typeface="+mn-cs"/>
              </a:rPr>
            </a:br>
            <a:r>
              <a:rPr lang="pt-BR" sz="1000" kern="1200" baseline="0" dirty="0">
                <a:solidFill>
                  <a:schemeClr val="tx1"/>
                </a:solidFill>
                <a:effectLst/>
                <a:latin typeface="+mn-lt"/>
                <a:ea typeface="+mn-ea"/>
                <a:cs typeface="+mn-cs"/>
              </a:rPr>
              <a:t>Motor Ventilador BLDC 5 fios (placa fan interna) – Produtos 18K a 24K BTU’s</a:t>
            </a:r>
            <a:endParaRPr lang="pt-BR" sz="1000" kern="1200" baseline="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defRPr/>
            </a:pPr>
            <a:r>
              <a:rPr lang="pt-BR" sz="1000" kern="1200" baseline="0" dirty="0">
                <a:solidFill>
                  <a:schemeClr val="tx1"/>
                </a:solidFill>
                <a:effectLst/>
                <a:latin typeface="+mn-lt"/>
                <a:ea typeface="+mn-ea"/>
                <a:cs typeface="+mn-cs"/>
              </a:rPr>
              <a:t>Motor Ventilador BLDC 3 fios (placa fan externa) – Produto 36K a 60K BTU’s</a:t>
            </a:r>
            <a:endParaRPr lang="pt-BR" sz="1000" kern="1200" dirty="0">
              <a:solidFill>
                <a:schemeClr val="tx1"/>
              </a:solidFill>
              <a:effectLst/>
              <a:latin typeface="+mn-lt"/>
              <a:ea typeface="+mn-ea"/>
              <a:cs typeface="+mn-cs"/>
            </a:endParaRPr>
          </a:p>
        </p:txBody>
      </p:sp>
      <p:sp>
        <p:nvSpPr>
          <p:cNvPr id="3" name="Retângulo 2"/>
          <p:cNvSpPr/>
          <p:nvPr userDrawn="1"/>
        </p:nvSpPr>
        <p:spPr>
          <a:xfrm>
            <a:off x="188639" y="5148064"/>
            <a:ext cx="6408711" cy="1015663"/>
          </a:xfrm>
          <a:prstGeom prst="rect">
            <a:avLst/>
          </a:prstGeom>
          <a:ln>
            <a:solidFill>
              <a:schemeClr val="bg1">
                <a:lumMod val="85000"/>
              </a:schemeClr>
            </a:solidFill>
          </a:ln>
        </p:spPr>
        <p:txBody>
          <a:bodyPr wrap="square">
            <a:spAutoFit/>
          </a:bodyPr>
          <a:lstStyle/>
          <a:p>
            <a:pPr marL="0" marR="0" indent="0" algn="l" defTabSz="914400" rtl="0" eaLnBrk="1" fontAlgn="auto" latinLnBrk="0" hangingPunct="1">
              <a:lnSpc>
                <a:spcPct val="100000"/>
              </a:lnSpc>
              <a:spcBef>
                <a:spcPts val="0"/>
              </a:spcBef>
              <a:spcAft>
                <a:spcPts val="0"/>
              </a:spcAft>
              <a:buClrTx/>
              <a:buSzTx/>
              <a:buFontTx/>
              <a:buNone/>
              <a:defRPr/>
            </a:pPr>
            <a:r>
              <a:rPr lang="pt-BR" sz="1000" kern="1200" dirty="0">
                <a:solidFill>
                  <a:schemeClr val="tx1"/>
                </a:solidFill>
                <a:effectLst/>
                <a:latin typeface="+mn-lt"/>
                <a:ea typeface="+mn-ea"/>
                <a:cs typeface="+mn-cs"/>
              </a:rPr>
              <a:t>Modelos:</a:t>
            </a:r>
            <a:r>
              <a:rPr lang="pt-BR" sz="1000" kern="1200" baseline="0" dirty="0">
                <a:solidFill>
                  <a:schemeClr val="tx1"/>
                </a:solidFill>
                <a:effectLst/>
                <a:latin typeface="+mn-lt"/>
                <a:ea typeface="+mn-ea"/>
                <a:cs typeface="+mn-cs"/>
              </a:rPr>
              <a:t> Hiwall residencial – RAC – Unidade Externa – Condensadora</a:t>
            </a:r>
            <a:endParaRPr lang="pt-BR" sz="1000" kern="1200" baseline="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defRPr/>
            </a:pPr>
            <a:br>
              <a:rPr lang="pt-BR" sz="1000" kern="1200" baseline="0" dirty="0">
                <a:solidFill>
                  <a:schemeClr val="tx1"/>
                </a:solidFill>
                <a:effectLst/>
                <a:latin typeface="+mn-lt"/>
                <a:ea typeface="+mn-ea"/>
                <a:cs typeface="+mn-cs"/>
              </a:rPr>
            </a:br>
            <a:r>
              <a:rPr lang="pt-BR" sz="1000" kern="1200" baseline="0" dirty="0">
                <a:solidFill>
                  <a:schemeClr val="tx1"/>
                </a:solidFill>
                <a:effectLst/>
                <a:latin typeface="+mn-lt"/>
                <a:ea typeface="+mn-ea"/>
                <a:cs typeface="+mn-cs"/>
              </a:rPr>
              <a:t>Equipado com:</a:t>
            </a:r>
            <a:endParaRPr lang="pt-BR" sz="1000" kern="1200" baseline="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defRPr/>
            </a:pPr>
            <a:r>
              <a:rPr lang="pt-BR" sz="1000" kern="1200" baseline="0" dirty="0">
                <a:solidFill>
                  <a:schemeClr val="tx1"/>
                </a:solidFill>
                <a:effectLst/>
                <a:latin typeface="+mn-lt"/>
                <a:ea typeface="+mn-ea"/>
                <a:cs typeface="+mn-cs"/>
              </a:rPr>
              <a:t>Motor Ventilador AC com capacitor 1,5µf 3 fios (220VCA) – Produtos 9K e 12K BTU’s</a:t>
            </a:r>
            <a:endParaRPr lang="pt-BR" sz="1000" kern="1200" baseline="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defRPr/>
            </a:pPr>
            <a:r>
              <a:rPr lang="pt-BR" sz="1000" kern="1200" baseline="0" dirty="0">
                <a:solidFill>
                  <a:schemeClr val="tx1"/>
                </a:solidFill>
                <a:effectLst/>
                <a:latin typeface="+mn-lt"/>
                <a:ea typeface="+mn-ea"/>
                <a:cs typeface="+mn-cs"/>
              </a:rPr>
              <a:t>Motor Ventilador BLDC 5 fios (placa fan interna) Produtos 9K e 12K (127VCA) 18K, 24K BTU’s</a:t>
            </a:r>
            <a:endParaRPr lang="pt-BR" sz="1000" kern="1200" baseline="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defRPr/>
            </a:pPr>
            <a:r>
              <a:rPr lang="pt-BR" sz="1000" kern="1200" baseline="0" dirty="0">
                <a:solidFill>
                  <a:schemeClr val="tx1"/>
                </a:solidFill>
                <a:effectLst/>
                <a:latin typeface="+mn-lt"/>
                <a:ea typeface="+mn-ea"/>
                <a:cs typeface="+mn-cs"/>
              </a:rPr>
              <a:t>Motor Ventilador BLDC 3 fios (placa fan externa) 36K BTU’s</a:t>
            </a:r>
            <a:endParaRPr lang="pt-BR" sz="1000" kern="1200" baseline="0" dirty="0">
              <a:solidFill>
                <a:schemeClr val="tx1"/>
              </a:solidFill>
              <a:effectLst/>
              <a:latin typeface="+mn-lt"/>
              <a:ea typeface="+mn-ea"/>
              <a:cs typeface="+mn-cs"/>
            </a:endParaRPr>
          </a:p>
        </p:txBody>
      </p:sp>
      <p:sp>
        <p:nvSpPr>
          <p:cNvPr id="4" name="CaixaDeTexto 3"/>
          <p:cNvSpPr txBox="1"/>
          <p:nvPr userDrawn="1"/>
        </p:nvSpPr>
        <p:spPr>
          <a:xfrm>
            <a:off x="199851" y="6183159"/>
            <a:ext cx="6397500" cy="1323439"/>
          </a:xfrm>
          <a:prstGeom prst="rect">
            <a:avLst/>
          </a:prstGeom>
          <a:noFill/>
          <a:ln>
            <a:solidFill>
              <a:schemeClr val="bg1">
                <a:lumMod val="85000"/>
              </a:schemeClr>
            </a:solidFill>
          </a:ln>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defRPr/>
            </a:pPr>
            <a:r>
              <a:rPr lang="pt-BR" sz="1000" kern="1200" dirty="0">
                <a:solidFill>
                  <a:schemeClr val="tx1"/>
                </a:solidFill>
                <a:effectLst/>
                <a:latin typeface="+mn-lt"/>
                <a:ea typeface="+mn-ea"/>
                <a:cs typeface="+mn-cs"/>
              </a:rPr>
              <a:t>O produto é dotado de tecnologia (inverter - variação de rotação do compressor) para manter</a:t>
            </a:r>
            <a:r>
              <a:rPr lang="pt-BR" sz="1000" kern="1200" baseline="0" dirty="0">
                <a:solidFill>
                  <a:schemeClr val="tx1"/>
                </a:solidFill>
                <a:effectLst/>
                <a:latin typeface="+mn-lt"/>
                <a:ea typeface="+mn-ea"/>
                <a:cs typeface="+mn-cs"/>
              </a:rPr>
              <a:t> </a:t>
            </a:r>
            <a:r>
              <a:rPr lang="pt-BR" sz="1000" kern="1200" dirty="0">
                <a:solidFill>
                  <a:schemeClr val="tx1"/>
                </a:solidFill>
                <a:effectLst/>
                <a:latin typeface="+mn-lt"/>
                <a:ea typeface="+mn-ea"/>
                <a:cs typeface="+mn-cs"/>
              </a:rPr>
              <a:t>a estabilização na temperatura desejada e promover economia de energia, sendo assim a pressão de sucção tende a se manter estável quando em funcionamento, aumentando ou diminuindo a frequência (rotação) do compressor e ventilador BLDC. Atentar-se,</a:t>
            </a:r>
            <a:r>
              <a:rPr lang="pt-BR" sz="1000" kern="1200" baseline="0" dirty="0">
                <a:solidFill>
                  <a:schemeClr val="tx1"/>
                </a:solidFill>
                <a:effectLst/>
                <a:latin typeface="+mn-lt"/>
                <a:ea typeface="+mn-ea"/>
                <a:cs typeface="+mn-cs"/>
              </a:rPr>
              <a:t> ventilador BLDC corrente continua está com baixa rotação</a:t>
            </a:r>
            <a:r>
              <a:rPr lang="pt-BR" sz="1000" kern="1200" dirty="0">
                <a:solidFill>
                  <a:schemeClr val="tx1"/>
                </a:solidFill>
                <a:effectLst/>
                <a:latin typeface="+mn-lt"/>
                <a:ea typeface="+mn-ea"/>
                <a:cs typeface="+mn-cs"/>
              </a:rPr>
              <a:t>,</a:t>
            </a:r>
            <a:r>
              <a:rPr lang="pt-BR" sz="1000" kern="1200" baseline="0" dirty="0">
                <a:solidFill>
                  <a:schemeClr val="tx1"/>
                </a:solidFill>
                <a:effectLst/>
                <a:latin typeface="+mn-lt"/>
                <a:ea typeface="+mn-ea"/>
                <a:cs typeface="+mn-cs"/>
              </a:rPr>
              <a:t> pode ser sinal de baixa carga de fluido R410A.</a:t>
            </a:r>
            <a:br>
              <a:rPr lang="pt-BR" sz="1000" kern="1200" baseline="0" dirty="0">
                <a:solidFill>
                  <a:schemeClr val="tx1"/>
                </a:solidFill>
                <a:effectLst/>
                <a:latin typeface="+mn-lt"/>
                <a:ea typeface="+mn-ea"/>
                <a:cs typeface="+mn-cs"/>
              </a:rPr>
            </a:br>
            <a:r>
              <a:rPr lang="pt-BR" sz="1000" kern="1200" baseline="0" dirty="0">
                <a:solidFill>
                  <a:schemeClr val="tx1"/>
                </a:solidFill>
                <a:effectLst/>
                <a:latin typeface="+mn-lt"/>
                <a:ea typeface="+mn-ea"/>
                <a:cs typeface="+mn-cs"/>
              </a:rPr>
              <a:t>Atentar-se, ventilador AC corrente alternada está com baixa rotação pode ser sinal de problema no capacitor </a:t>
            </a:r>
            <a:r>
              <a:rPr lang="pt-BR" sz="1000" baseline="0" dirty="0"/>
              <a:t>1,5µf.</a:t>
            </a:r>
            <a:endParaRPr lang="pt-BR" sz="1000" dirty="0"/>
          </a:p>
          <a:p>
            <a:pPr marL="0" marR="0" indent="0" algn="l" defTabSz="914400" rtl="0" eaLnBrk="1" fontAlgn="auto" latinLnBrk="0" hangingPunct="1">
              <a:lnSpc>
                <a:spcPct val="100000"/>
              </a:lnSpc>
              <a:spcBef>
                <a:spcPts val="0"/>
              </a:spcBef>
              <a:spcAft>
                <a:spcPts val="0"/>
              </a:spcAft>
              <a:buClrTx/>
              <a:buSzTx/>
              <a:buFontTx/>
              <a:buNone/>
              <a:defRPr/>
            </a:pPr>
            <a:r>
              <a:rPr lang="pt-BR" sz="1000" kern="1200" dirty="0">
                <a:solidFill>
                  <a:schemeClr val="tx1"/>
                </a:solidFill>
                <a:effectLst/>
                <a:latin typeface="+mn-lt"/>
                <a:ea typeface="+mn-ea"/>
                <a:cs typeface="+mn-cs"/>
              </a:rPr>
              <a:t>Ao analisar a condição de funcionamento dos motores ventiladores tipo BLDC é recomendado considerar também a frequência de funcionamento do compressor, tensão (AC) e corrente (A) na entrada do produto.</a:t>
            </a:r>
            <a:endParaRPr lang="pt-BR" sz="1000" kern="1200" dirty="0">
              <a:solidFill>
                <a:schemeClr val="tx1"/>
              </a:solidFill>
              <a:effectLst/>
              <a:latin typeface="+mn-lt"/>
              <a:ea typeface="+mn-ea"/>
              <a:cs typeface="+mn-cs"/>
            </a:endParaRPr>
          </a:p>
          <a:p>
            <a:r>
              <a:rPr lang="pt-BR" sz="1000" baseline="0" dirty="0"/>
              <a:t>Linha RAC 9K e 12K  220VAC os motores ventiladores são de corrente alternada o qual utiliza um capacitor de 1,5µf.</a:t>
            </a:r>
            <a:endParaRPr lang="pt-BR" sz="1000" dirty="0"/>
          </a:p>
        </p:txBody>
      </p:sp>
      <p:sp>
        <p:nvSpPr>
          <p:cNvPr id="5" name="Retângulo 4"/>
          <p:cNvSpPr/>
          <p:nvPr userDrawn="1"/>
        </p:nvSpPr>
        <p:spPr>
          <a:xfrm>
            <a:off x="187845" y="7527508"/>
            <a:ext cx="6408711" cy="246221"/>
          </a:xfrm>
          <a:prstGeom prst="rect">
            <a:avLst/>
          </a:prstGeom>
          <a:ln>
            <a:solidFill>
              <a:schemeClr val="bg1">
                <a:lumMod val="85000"/>
              </a:schemeClr>
            </a:solidFill>
          </a:ln>
        </p:spPr>
        <p:txBody>
          <a:bodyPr wrap="square">
            <a:spAutoFit/>
          </a:bodyPr>
          <a:lstStyle/>
          <a:p>
            <a:r>
              <a:rPr lang="pt-BR" sz="1000" baseline="0" dirty="0"/>
              <a:t>Os motores ventiladores das unidades internas são todos tipo BLDC 5 fios (placa fan interna) </a:t>
            </a:r>
            <a:endParaRPr lang="pt-BR" sz="1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ayout Personalizado">
    <p:spTree>
      <p:nvGrpSpPr>
        <p:cNvPr id="1" name=""/>
        <p:cNvGrpSpPr/>
        <p:nvPr/>
      </p:nvGrpSpPr>
      <p:grpSpPr>
        <a:xfrm>
          <a:off x="0" y="0"/>
          <a:ext cx="0" cy="0"/>
          <a:chOff x="0" y="0"/>
          <a:chExt cx="0" cy="0"/>
        </a:xfrm>
      </p:grpSpPr>
      <p:sp>
        <p:nvSpPr>
          <p:cNvPr id="78" name="CaixaDeTexto 77"/>
          <p:cNvSpPr txBox="1"/>
          <p:nvPr userDrawn="1"/>
        </p:nvSpPr>
        <p:spPr>
          <a:xfrm>
            <a:off x="141537" y="1031632"/>
            <a:ext cx="3441648" cy="307777"/>
          </a:xfrm>
          <a:prstGeom prst="rect">
            <a:avLst/>
          </a:prstGeom>
          <a:noFill/>
        </p:spPr>
        <p:txBody>
          <a:bodyPr wrap="none" rtlCol="0">
            <a:spAutoFit/>
          </a:bodyPr>
          <a:lstStyle/>
          <a:p>
            <a:r>
              <a:rPr lang="pt-BR" sz="1400" b="1" dirty="0"/>
              <a:t>8. ANÁLISE</a:t>
            </a:r>
            <a:r>
              <a:rPr lang="pt-BR" sz="1400" b="1" baseline="0" dirty="0"/>
              <a:t> A SER REALIZADA PELO TÉCNICO</a:t>
            </a:r>
            <a:endParaRPr lang="en-US" sz="1400" b="1" dirty="0"/>
          </a:p>
        </p:txBody>
      </p:sp>
      <p:graphicFrame>
        <p:nvGraphicFramePr>
          <p:cNvPr id="30" name="Tabela 29"/>
          <p:cNvGraphicFramePr>
            <a:graphicFrameLocks noGrp="1"/>
          </p:cNvGraphicFramePr>
          <p:nvPr userDrawn="1"/>
        </p:nvGraphicFramePr>
        <p:xfrm>
          <a:off x="3789040" y="1611144"/>
          <a:ext cx="2808312" cy="1160656"/>
        </p:xfrm>
        <a:graphic>
          <a:graphicData uri="http://schemas.openxmlformats.org/drawingml/2006/table">
            <a:tbl>
              <a:tblPr/>
              <a:tblGrid>
                <a:gridCol w="504056"/>
                <a:gridCol w="648072"/>
                <a:gridCol w="720080"/>
                <a:gridCol w="936104"/>
              </a:tblGrid>
              <a:tr h="505272">
                <a:tc>
                  <a:txBody>
                    <a:bodyPr/>
                    <a:lstStyle/>
                    <a:p>
                      <a:pPr algn="ctr" fontAlgn="ctr"/>
                      <a:r>
                        <a:rPr lang="pt-BR" sz="800" b="1" i="0" u="none" strike="noStrike" dirty="0">
                          <a:solidFill>
                            <a:schemeClr val="tx1"/>
                          </a:solidFill>
                          <a:latin typeface="Calibri" panose="020F0502020204030204"/>
                        </a:rPr>
                        <a:t>Terminais </a:t>
                      </a:r>
                      <a:endParaRPr lang="pt-BR" sz="800" b="1" i="0" u="none" strike="noStrike" dirty="0">
                        <a:solidFill>
                          <a:schemeClr val="tx1"/>
                        </a:solidFill>
                        <a:latin typeface="Calibri" panose="020F0502020204030204"/>
                      </a:endParaRPr>
                    </a:p>
                  </a:txBody>
                  <a:tcPr marL="9525" marR="9525" marT="9525"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noFill/>
                  </a:tcPr>
                </a:tc>
                <a:tc>
                  <a:txBody>
                    <a:bodyPr/>
                    <a:lstStyle/>
                    <a:p>
                      <a:pPr algn="ctr" fontAlgn="ctr"/>
                      <a:r>
                        <a:rPr lang="pt-BR" sz="800" b="1" i="0" u="none" strike="noStrike" dirty="0">
                          <a:solidFill>
                            <a:schemeClr val="tx1"/>
                          </a:solidFill>
                          <a:latin typeface="Calibri" panose="020F0502020204030204"/>
                        </a:rPr>
                        <a:t>Evaporador           Hiwall inverter 9K a 36K</a:t>
                      </a:r>
                      <a:endParaRPr lang="pt-BR" sz="800" b="1" i="0" u="none" strike="noStrike" dirty="0">
                        <a:solidFill>
                          <a:schemeClr val="tx1"/>
                        </a:solidFill>
                        <a:latin typeface="Calibri" panose="020F0502020204030204"/>
                      </a:endParaRPr>
                    </a:p>
                  </a:txBody>
                  <a:tcPr marL="9525" marR="9525" marT="9525"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noFill/>
                  </a:tcPr>
                </a:tc>
                <a:tc>
                  <a:txBody>
                    <a:bodyPr/>
                    <a:lstStyle/>
                    <a:p>
                      <a:pPr algn="ctr" fontAlgn="ctr"/>
                      <a:r>
                        <a:rPr lang="pt-BR" sz="800" b="1" i="0" u="none" strike="noStrike" dirty="0">
                          <a:solidFill>
                            <a:schemeClr val="tx1"/>
                          </a:solidFill>
                          <a:latin typeface="Calibri" panose="020F0502020204030204"/>
                        </a:rPr>
                        <a:t>Evaporador Cassete e Teto Inverter 18k a 60K</a:t>
                      </a:r>
                      <a:endParaRPr lang="pt-BR" sz="800" b="1" i="0" u="none" strike="noStrike" dirty="0">
                        <a:solidFill>
                          <a:schemeClr val="tx1"/>
                        </a:solidFill>
                        <a:latin typeface="Calibri" panose="020F0502020204030204"/>
                      </a:endParaRPr>
                    </a:p>
                  </a:txBody>
                  <a:tcPr marL="9525" marR="9525" marT="9525"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noFill/>
                  </a:tcPr>
                </a:tc>
                <a:tc>
                  <a:txBody>
                    <a:bodyPr/>
                    <a:lstStyle/>
                    <a:p>
                      <a:pPr algn="ctr" fontAlgn="ctr"/>
                      <a:r>
                        <a:rPr lang="pt-BR" sz="800" b="1" i="0" u="none" strike="noStrike" dirty="0">
                          <a:solidFill>
                            <a:schemeClr val="tx1"/>
                          </a:solidFill>
                          <a:latin typeface="Calibri" panose="020F0502020204030204"/>
                        </a:rPr>
                        <a:t>Condensador k7 Teto e Multi Inverter</a:t>
                      </a:r>
                      <a:endParaRPr lang="pt-BR" sz="800" b="1" i="0" u="none" strike="noStrike" dirty="0">
                        <a:solidFill>
                          <a:schemeClr val="tx1"/>
                        </a:solidFill>
                        <a:latin typeface="Calibri" panose="020F0502020204030204"/>
                      </a:endParaRPr>
                    </a:p>
                    <a:p>
                      <a:pPr algn="ctr" fontAlgn="ctr"/>
                      <a:r>
                        <a:rPr lang="pt-BR" sz="800" b="1" i="0" u="none" strike="noStrike" dirty="0">
                          <a:solidFill>
                            <a:schemeClr val="tx1"/>
                          </a:solidFill>
                          <a:latin typeface="Calibri" panose="020F0502020204030204"/>
                        </a:rPr>
                        <a:t>(Motor 5 Fios)</a:t>
                      </a:r>
                      <a:endParaRPr lang="pt-BR" sz="800" b="1" i="0" u="none" strike="noStrike" dirty="0">
                        <a:solidFill>
                          <a:schemeClr val="tx1"/>
                        </a:solidFill>
                        <a:latin typeface="Calibri" panose="020F0502020204030204"/>
                      </a:endParaRPr>
                    </a:p>
                  </a:txBody>
                  <a:tcPr marL="9525" marR="9525" marT="9525"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noFill/>
                  </a:tcPr>
                </a:tc>
              </a:tr>
              <a:tr h="178143">
                <a:tc>
                  <a:txBody>
                    <a:bodyPr/>
                    <a:lstStyle/>
                    <a:p>
                      <a:pPr algn="ctr" fontAlgn="b"/>
                      <a:r>
                        <a:rPr lang="pt-BR" sz="800" b="1" i="0" u="none" strike="noStrike" dirty="0">
                          <a:solidFill>
                            <a:schemeClr val="tx1"/>
                          </a:solidFill>
                          <a:latin typeface="Calibri" panose="020F0502020204030204"/>
                        </a:rPr>
                        <a:t>1 e 4</a:t>
                      </a:r>
                      <a:endParaRPr lang="pt-BR" sz="800" b="1" i="0" u="none" strike="noStrike" dirty="0">
                        <a:solidFill>
                          <a:schemeClr val="tx1"/>
                        </a:solidFill>
                        <a:latin typeface="Calibri" panose="020F0502020204030204"/>
                      </a:endParaRPr>
                    </a:p>
                  </a:txBody>
                  <a:tcPr marL="9525" marR="9525" marT="9525" marB="0" anchor="b">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noFill/>
                  </a:tcPr>
                </a:tc>
                <a:tc>
                  <a:txBody>
                    <a:bodyPr/>
                    <a:lstStyle/>
                    <a:p>
                      <a:pPr algn="ctr" fontAlgn="b"/>
                      <a:endParaRPr lang="pt-BR" sz="800" b="1" i="0" u="none" strike="noStrike" dirty="0">
                        <a:solidFill>
                          <a:schemeClr val="tx1"/>
                        </a:solidFill>
                        <a:latin typeface="Calibri" panose="020F0502020204030204"/>
                      </a:endParaRPr>
                    </a:p>
                  </a:txBody>
                  <a:tcPr marL="9525" marR="9525" marT="9525" marB="0" anchor="b">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noFill/>
                  </a:tcPr>
                </a:tc>
                <a:tc>
                  <a:txBody>
                    <a:bodyPr/>
                    <a:lstStyle/>
                    <a:p>
                      <a:pPr algn="ctr" fontAlgn="b"/>
                      <a:endParaRPr lang="pt-BR" sz="800" b="1" i="0" u="none" strike="noStrike" dirty="0">
                        <a:solidFill>
                          <a:schemeClr val="tx1"/>
                        </a:solidFill>
                        <a:latin typeface="Calibri" panose="020F0502020204030204"/>
                      </a:endParaRPr>
                    </a:p>
                  </a:txBody>
                  <a:tcPr marL="9525" marR="9525" marT="9525" marB="0" anchor="b">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noFill/>
                  </a:tcPr>
                </a:tc>
                <a:tc>
                  <a:txBody>
                    <a:bodyPr/>
                    <a:lstStyle/>
                    <a:p>
                      <a:pPr algn="ctr" fontAlgn="b"/>
                      <a:endParaRPr lang="pt-BR" sz="800" b="1" i="0" u="none" strike="noStrike" dirty="0">
                        <a:solidFill>
                          <a:schemeClr val="tx1"/>
                        </a:solidFill>
                        <a:latin typeface="Calibri" panose="020F0502020204030204"/>
                      </a:endParaRPr>
                    </a:p>
                  </a:txBody>
                  <a:tcPr marL="9525" marR="9525" marT="9525" marB="0" anchor="b">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noFill/>
                  </a:tcPr>
                </a:tc>
              </a:tr>
              <a:tr h="228260">
                <a:tc>
                  <a:txBody>
                    <a:bodyPr/>
                    <a:lstStyle/>
                    <a:p>
                      <a:pPr algn="ctr" fontAlgn="b"/>
                      <a:r>
                        <a:rPr lang="pt-BR" sz="800" b="1" i="0" u="none" strike="noStrike" dirty="0">
                          <a:solidFill>
                            <a:schemeClr val="tx1"/>
                          </a:solidFill>
                          <a:latin typeface="Calibri" panose="020F0502020204030204"/>
                        </a:rPr>
                        <a:t>4 e 5</a:t>
                      </a:r>
                      <a:endParaRPr lang="pt-BR" sz="800" b="1" i="0" u="none" strike="noStrike" dirty="0">
                        <a:solidFill>
                          <a:schemeClr val="tx1"/>
                        </a:solidFill>
                        <a:latin typeface="Calibri" panose="020F0502020204030204"/>
                      </a:endParaRPr>
                    </a:p>
                  </a:txBody>
                  <a:tcPr marL="9525" marR="9525" marT="9525" marB="0" anchor="b">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noFill/>
                  </a:tcPr>
                </a:tc>
                <a:tc>
                  <a:txBody>
                    <a:bodyPr/>
                    <a:lstStyle/>
                    <a:p>
                      <a:pPr algn="ctr" fontAlgn="b"/>
                      <a:endParaRPr lang="pt-BR" sz="800" b="1" i="0" u="none" strike="noStrike" dirty="0">
                        <a:solidFill>
                          <a:schemeClr val="tx1"/>
                        </a:solidFill>
                        <a:latin typeface="Calibri" panose="020F0502020204030204"/>
                      </a:endParaRPr>
                    </a:p>
                  </a:txBody>
                  <a:tcPr marL="9525" marR="9525" marT="9525" marB="0" anchor="b">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noFill/>
                  </a:tcPr>
                </a:tc>
                <a:tc>
                  <a:txBody>
                    <a:bodyPr/>
                    <a:lstStyle/>
                    <a:p>
                      <a:pPr algn="ctr" fontAlgn="b"/>
                      <a:endParaRPr lang="pt-BR" sz="800" b="1" i="0" u="none" strike="noStrike" dirty="0">
                        <a:solidFill>
                          <a:schemeClr val="tx1"/>
                        </a:solidFill>
                        <a:latin typeface="Calibri" panose="020F0502020204030204"/>
                      </a:endParaRPr>
                    </a:p>
                  </a:txBody>
                  <a:tcPr marL="9525" marR="9525" marT="9525" marB="0" anchor="b">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noFill/>
                  </a:tcPr>
                </a:tc>
                <a:tc>
                  <a:txBody>
                    <a:bodyPr/>
                    <a:lstStyle/>
                    <a:p>
                      <a:pPr algn="ctr" fontAlgn="b"/>
                      <a:endParaRPr lang="pt-BR" sz="800" b="1" i="0" u="none" strike="noStrike" dirty="0">
                        <a:solidFill>
                          <a:schemeClr val="tx1"/>
                        </a:solidFill>
                        <a:latin typeface="Calibri" panose="020F0502020204030204"/>
                      </a:endParaRPr>
                    </a:p>
                  </a:txBody>
                  <a:tcPr marL="9525" marR="9525" marT="9525" marB="0" anchor="b">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noFill/>
                  </a:tcPr>
                </a:tc>
              </a:tr>
              <a:tr h="248981">
                <a:tc>
                  <a:txBody>
                    <a:bodyPr/>
                    <a:lstStyle/>
                    <a:p>
                      <a:pPr algn="ctr" fontAlgn="b"/>
                      <a:r>
                        <a:rPr lang="pt-BR" sz="800" b="1" i="0" u="none" strike="noStrike" dirty="0">
                          <a:solidFill>
                            <a:schemeClr val="tx1"/>
                          </a:solidFill>
                          <a:latin typeface="Calibri" panose="020F0502020204030204"/>
                        </a:rPr>
                        <a:t>4 e 7</a:t>
                      </a:r>
                      <a:endParaRPr lang="pt-BR" sz="800" b="1" i="0" u="none" strike="noStrike" dirty="0">
                        <a:solidFill>
                          <a:schemeClr val="tx1"/>
                        </a:solidFill>
                        <a:latin typeface="Calibri" panose="020F0502020204030204"/>
                      </a:endParaRPr>
                    </a:p>
                  </a:txBody>
                  <a:tcPr marL="9525" marR="9525" marT="9525" marB="0" anchor="b">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noFill/>
                  </a:tcPr>
                </a:tc>
                <a:tc>
                  <a:txBody>
                    <a:bodyPr/>
                    <a:lstStyle/>
                    <a:p>
                      <a:pPr algn="ctr" fontAlgn="b"/>
                      <a:endParaRPr lang="pt-BR" sz="800" b="1" i="0" u="none" strike="noStrike" dirty="0">
                        <a:solidFill>
                          <a:schemeClr val="tx1"/>
                        </a:solidFill>
                        <a:latin typeface="Calibri" panose="020F0502020204030204"/>
                      </a:endParaRPr>
                    </a:p>
                  </a:txBody>
                  <a:tcPr marL="9525" marR="9525" marT="9525" marB="0" anchor="b">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noFill/>
                  </a:tcPr>
                </a:tc>
                <a:tc>
                  <a:txBody>
                    <a:bodyPr/>
                    <a:lstStyle/>
                    <a:p>
                      <a:pPr algn="ctr" fontAlgn="b"/>
                      <a:endParaRPr lang="pt-BR" sz="800" b="1" i="0" u="none" strike="noStrike" dirty="0">
                        <a:solidFill>
                          <a:schemeClr val="tx1"/>
                        </a:solidFill>
                        <a:latin typeface="Calibri" panose="020F0502020204030204"/>
                      </a:endParaRPr>
                    </a:p>
                  </a:txBody>
                  <a:tcPr marL="9525" marR="9525" marT="9525" marB="0" anchor="b">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noFill/>
                  </a:tcPr>
                </a:tc>
                <a:tc>
                  <a:txBody>
                    <a:bodyPr/>
                    <a:lstStyle/>
                    <a:p>
                      <a:pPr algn="ctr" fontAlgn="b"/>
                      <a:endParaRPr lang="pt-BR" sz="800" b="1" i="0" u="none" strike="noStrike" dirty="0">
                        <a:solidFill>
                          <a:schemeClr val="tx1"/>
                        </a:solidFill>
                        <a:latin typeface="Calibri" panose="020F0502020204030204"/>
                      </a:endParaRPr>
                    </a:p>
                  </a:txBody>
                  <a:tcPr marL="9525" marR="9525" marT="9525" marB="0" anchor="b">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noFill/>
                  </a:tcPr>
                </a:tc>
              </a:tr>
            </a:tbl>
          </a:graphicData>
        </a:graphic>
      </p:graphicFrame>
      <p:pic>
        <p:nvPicPr>
          <p:cNvPr id="2051" name="Picture 3"/>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47649" y="3923928"/>
            <a:ext cx="3874288" cy="165618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2" name="Retângulo 31"/>
          <p:cNvSpPr/>
          <p:nvPr userDrawn="1"/>
        </p:nvSpPr>
        <p:spPr>
          <a:xfrm>
            <a:off x="4021937" y="3995936"/>
            <a:ext cx="2446247" cy="1294036"/>
          </a:xfrm>
          <a:prstGeom prst="rect">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33" name="CaixaDeTexto 32"/>
          <p:cNvSpPr txBox="1"/>
          <p:nvPr userDrawn="1"/>
        </p:nvSpPr>
        <p:spPr>
          <a:xfrm>
            <a:off x="4021937" y="5299626"/>
            <a:ext cx="2446247" cy="215444"/>
          </a:xfrm>
          <a:prstGeom prst="rect">
            <a:avLst/>
          </a:prstGeom>
          <a:noFill/>
          <a:ln>
            <a:noFill/>
          </a:ln>
        </p:spPr>
        <p:txBody>
          <a:bodyPr wrap="square" rtlCol="0">
            <a:spAutoFit/>
          </a:bodyPr>
          <a:lstStyle/>
          <a:p>
            <a:pPr algn="ctr"/>
            <a:r>
              <a:rPr lang="pt-BR" sz="800" b="1" baseline="0" dirty="0"/>
              <a:t>Insira uma foto com o valor encontrado</a:t>
            </a:r>
            <a:endParaRPr lang="en-US" sz="800" b="1" dirty="0"/>
          </a:p>
        </p:txBody>
      </p:sp>
      <p:pic>
        <p:nvPicPr>
          <p:cNvPr id="2052" name="Picture 4"/>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41537" y="5608280"/>
            <a:ext cx="6326647" cy="29961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Text Box 8"/>
          <p:cNvSpPr txBox="1">
            <a:spLocks noChangeArrowheads="1"/>
          </p:cNvSpPr>
          <p:nvPr userDrawn="1"/>
        </p:nvSpPr>
        <p:spPr bwMode="auto">
          <a:xfrm>
            <a:off x="6061490" y="670651"/>
            <a:ext cx="777240" cy="321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ctr" anchorCtr="0" upright="1">
            <a:noAutofit/>
          </a:bodyPr>
          <a:lstStyle/>
          <a:p>
            <a:pPr algn="ctr"/>
            <a:r>
              <a:rPr lang="pt-BR" sz="900" b="1" dirty="0">
                <a:effectLst/>
                <a:latin typeface="Times New Roman" panose="02020603050405020304"/>
                <a:ea typeface="Times New Roman" panose="02020603050405020304"/>
              </a:rPr>
              <a:t>Versão:</a:t>
            </a:r>
            <a:r>
              <a:rPr lang="pt-BR" sz="900" dirty="0">
                <a:effectLst/>
                <a:latin typeface="Times New Roman" panose="02020603050405020304"/>
                <a:ea typeface="Times New Roman" panose="02020603050405020304"/>
              </a:rPr>
              <a:t> 01</a:t>
            </a:r>
            <a:endParaRPr lang="en-US" sz="1200" dirty="0">
              <a:effectLst/>
              <a:latin typeface="Times New Roman" panose="02020603050405020304"/>
              <a:ea typeface="Times New Roman" panose="02020603050405020304"/>
            </a:endParaRPr>
          </a:p>
          <a:p>
            <a:pPr algn="ctr"/>
            <a:r>
              <a:rPr lang="pt-BR" sz="900" b="1" dirty="0">
                <a:effectLst/>
                <a:latin typeface="Times New Roman" panose="02020603050405020304"/>
                <a:ea typeface="Times New Roman" panose="02020603050405020304"/>
              </a:rPr>
              <a:t>Página</a:t>
            </a:r>
            <a:r>
              <a:rPr lang="pt-BR" sz="900" dirty="0">
                <a:effectLst/>
                <a:latin typeface="Times New Roman" panose="02020603050405020304"/>
                <a:ea typeface="Times New Roman" panose="02020603050405020304"/>
              </a:rPr>
              <a:t> 4/5</a:t>
            </a:r>
            <a:endParaRPr lang="en-US" sz="1200" dirty="0">
              <a:effectLst/>
              <a:latin typeface="Times New Roman" panose="02020603050405020304"/>
              <a:ea typeface="Times New Roman" panose="02020603050405020304"/>
            </a:endParaRPr>
          </a:p>
        </p:txBody>
      </p:sp>
      <p:pic>
        <p:nvPicPr>
          <p:cNvPr id="2" name="Imagem 1"/>
          <p:cNvPicPr>
            <a:picLocks noChangeAspect="1"/>
          </p:cNvPicPr>
          <p:nvPr userDrawn="1"/>
        </p:nvPicPr>
        <p:blipFill>
          <a:blip r:embed="rId4"/>
          <a:stretch>
            <a:fillRect/>
          </a:stretch>
        </p:blipFill>
        <p:spPr>
          <a:xfrm>
            <a:off x="240732" y="1619673"/>
            <a:ext cx="3476299" cy="1152127"/>
          </a:xfrm>
          <a:prstGeom prst="rect">
            <a:avLst/>
          </a:prstGeom>
        </p:spPr>
      </p:pic>
      <p:sp>
        <p:nvSpPr>
          <p:cNvPr id="12" name="CaixaDeTexto 11"/>
          <p:cNvSpPr txBox="1"/>
          <p:nvPr userDrawn="1"/>
        </p:nvSpPr>
        <p:spPr>
          <a:xfrm>
            <a:off x="157433" y="1311895"/>
            <a:ext cx="3738011" cy="276999"/>
          </a:xfrm>
          <a:prstGeom prst="rect">
            <a:avLst/>
          </a:prstGeom>
          <a:noFill/>
        </p:spPr>
        <p:txBody>
          <a:bodyPr wrap="none" rtlCol="0">
            <a:spAutoFit/>
          </a:bodyPr>
          <a:lstStyle/>
          <a:p>
            <a:r>
              <a:rPr lang="pt-BR" sz="1200" b="0" dirty="0"/>
              <a:t>8.1 Teste</a:t>
            </a:r>
            <a:r>
              <a:rPr lang="pt-BR" sz="1200" b="0" baseline="0" dirty="0"/>
              <a:t> para alarme de motor ventilador CH-10 / CH-67</a:t>
            </a:r>
            <a:endParaRPr lang="en-US" sz="1200" b="0" dirty="0"/>
          </a:p>
        </p:txBody>
      </p:sp>
      <p:pic>
        <p:nvPicPr>
          <p:cNvPr id="3" name="Imagem 2"/>
          <p:cNvPicPr>
            <a:picLocks noChangeAspect="1"/>
          </p:cNvPicPr>
          <p:nvPr userDrawn="1"/>
        </p:nvPicPr>
        <p:blipFill>
          <a:blip r:embed="rId5"/>
          <a:stretch>
            <a:fillRect/>
          </a:stretch>
        </p:blipFill>
        <p:spPr>
          <a:xfrm>
            <a:off x="260647" y="2799968"/>
            <a:ext cx="3456383" cy="1142387"/>
          </a:xfrm>
          <a:prstGeom prst="rect">
            <a:avLst/>
          </a:prstGeom>
        </p:spPr>
      </p:pic>
      <p:graphicFrame>
        <p:nvGraphicFramePr>
          <p:cNvPr id="4" name="Tabela 3"/>
          <p:cNvGraphicFramePr>
            <a:graphicFrameLocks noGrp="1"/>
          </p:cNvGraphicFramePr>
          <p:nvPr userDrawn="1"/>
        </p:nvGraphicFramePr>
        <p:xfrm>
          <a:off x="3789040" y="2827030"/>
          <a:ext cx="1152128" cy="1030309"/>
        </p:xfrm>
        <a:graphic>
          <a:graphicData uri="http://schemas.openxmlformats.org/drawingml/2006/table">
            <a:tbl>
              <a:tblPr/>
              <a:tblGrid>
                <a:gridCol w="504056"/>
                <a:gridCol w="648072"/>
              </a:tblGrid>
              <a:tr h="331133">
                <a:tc>
                  <a:txBody>
                    <a:bodyPr/>
                    <a:lstStyle/>
                    <a:p>
                      <a:pPr algn="ctr" fontAlgn="ctr"/>
                      <a:r>
                        <a:rPr lang="pt-BR" sz="800" b="1" i="0" u="none" strike="noStrike" dirty="0">
                          <a:solidFill>
                            <a:schemeClr val="tx1"/>
                          </a:solidFill>
                          <a:latin typeface="Calibri" panose="020F0502020204030204"/>
                        </a:rPr>
                        <a:t>Terminais </a:t>
                      </a:r>
                      <a:endParaRPr lang="pt-BR" sz="800" b="1" i="0" u="none" strike="noStrike" dirty="0">
                        <a:solidFill>
                          <a:schemeClr val="tx1"/>
                        </a:solidFill>
                        <a:latin typeface="Calibri" panose="020F0502020204030204"/>
                      </a:endParaRPr>
                    </a:p>
                  </a:txBody>
                  <a:tcPr marL="9525" marR="9525" marT="9525"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noFill/>
                  </a:tcPr>
                </a:tc>
                <a:tc>
                  <a:txBody>
                    <a:bodyPr/>
                    <a:lstStyle/>
                    <a:p>
                      <a:pPr algn="ctr" fontAlgn="ctr"/>
                      <a:r>
                        <a:rPr lang="pt-BR" sz="800" b="1" i="0" u="none" strike="noStrike" dirty="0">
                          <a:solidFill>
                            <a:schemeClr val="tx1"/>
                          </a:solidFill>
                          <a:latin typeface="Calibri" panose="020F0502020204030204"/>
                        </a:rPr>
                        <a:t>Condensador (Motor 3 fios)</a:t>
                      </a:r>
                      <a:endParaRPr lang="pt-BR" sz="800" b="1" i="0" u="none" strike="noStrike" dirty="0">
                        <a:solidFill>
                          <a:schemeClr val="tx1"/>
                        </a:solidFill>
                        <a:latin typeface="Calibri" panose="020F0502020204030204"/>
                      </a:endParaRPr>
                    </a:p>
                  </a:txBody>
                  <a:tcPr marL="9525" marR="9525" marT="9525" marB="0" anchor="ctr">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noFill/>
                  </a:tcPr>
                </a:tc>
              </a:tr>
              <a:tr h="228625">
                <a:tc>
                  <a:txBody>
                    <a:bodyPr/>
                    <a:lstStyle/>
                    <a:p>
                      <a:pPr algn="ctr" fontAlgn="b"/>
                      <a:r>
                        <a:rPr lang="pt-BR" sz="800" b="1" i="0" u="none" strike="noStrike" dirty="0">
                          <a:solidFill>
                            <a:schemeClr val="tx1"/>
                          </a:solidFill>
                          <a:latin typeface="Calibri" panose="020F0502020204030204"/>
                        </a:rPr>
                        <a:t>VM e</a:t>
                      </a:r>
                      <a:r>
                        <a:rPr lang="pt-BR" sz="800" b="1" i="0" u="none" strike="noStrike" baseline="0" dirty="0">
                          <a:solidFill>
                            <a:schemeClr val="tx1"/>
                          </a:solidFill>
                          <a:latin typeface="Calibri" panose="020F0502020204030204"/>
                        </a:rPr>
                        <a:t> AZ</a:t>
                      </a:r>
                      <a:endParaRPr lang="pt-BR" sz="800" b="1" i="0" u="none" strike="noStrike" dirty="0">
                        <a:solidFill>
                          <a:schemeClr val="tx1"/>
                        </a:solidFill>
                        <a:latin typeface="Calibri" panose="020F0502020204030204"/>
                      </a:endParaRPr>
                    </a:p>
                  </a:txBody>
                  <a:tcPr marL="9525" marR="9525" marT="9525" marB="0" anchor="b">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noFill/>
                  </a:tcPr>
                </a:tc>
                <a:tc>
                  <a:txBody>
                    <a:bodyPr/>
                    <a:lstStyle/>
                    <a:p>
                      <a:pPr algn="ctr" fontAlgn="b"/>
                      <a:endParaRPr lang="pt-BR" sz="800" b="1" i="0" u="none" strike="noStrike" dirty="0">
                        <a:solidFill>
                          <a:schemeClr val="tx1"/>
                        </a:solidFill>
                        <a:latin typeface="Calibri" panose="020F0502020204030204"/>
                      </a:endParaRPr>
                    </a:p>
                  </a:txBody>
                  <a:tcPr marL="9525" marR="9525" marT="9525" marB="0" anchor="b">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noFill/>
                  </a:tcPr>
                </a:tc>
              </a:tr>
              <a:tr h="262263">
                <a:tc>
                  <a:txBody>
                    <a:bodyPr/>
                    <a:lstStyle/>
                    <a:p>
                      <a:pPr algn="ctr" fontAlgn="b"/>
                      <a:r>
                        <a:rPr lang="pt-BR" sz="800" b="1" i="0" u="none" strike="noStrike" dirty="0">
                          <a:solidFill>
                            <a:schemeClr val="tx1"/>
                          </a:solidFill>
                          <a:latin typeface="Calibri" panose="020F0502020204030204"/>
                        </a:rPr>
                        <a:t>AZ e</a:t>
                      </a:r>
                      <a:r>
                        <a:rPr lang="pt-BR" sz="800" b="1" i="0" u="none" strike="noStrike" baseline="0" dirty="0">
                          <a:solidFill>
                            <a:schemeClr val="tx1"/>
                          </a:solidFill>
                          <a:latin typeface="Calibri" panose="020F0502020204030204"/>
                        </a:rPr>
                        <a:t> AM</a:t>
                      </a:r>
                      <a:endParaRPr lang="pt-BR" sz="800" b="1" i="0" u="none" strike="noStrike" dirty="0">
                        <a:solidFill>
                          <a:schemeClr val="tx1"/>
                        </a:solidFill>
                        <a:latin typeface="Calibri" panose="020F0502020204030204"/>
                      </a:endParaRPr>
                    </a:p>
                  </a:txBody>
                  <a:tcPr marL="9525" marR="9525" marT="9525" marB="0" anchor="b">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noFill/>
                  </a:tcPr>
                </a:tc>
                <a:tc>
                  <a:txBody>
                    <a:bodyPr/>
                    <a:lstStyle/>
                    <a:p>
                      <a:pPr algn="ctr" fontAlgn="b"/>
                      <a:endParaRPr lang="pt-BR" sz="800" b="1" i="0" u="none" strike="noStrike" dirty="0">
                        <a:solidFill>
                          <a:schemeClr val="tx1"/>
                        </a:solidFill>
                        <a:latin typeface="Calibri" panose="020F0502020204030204"/>
                      </a:endParaRPr>
                    </a:p>
                  </a:txBody>
                  <a:tcPr marL="9525" marR="9525" marT="9525" marB="0" anchor="b">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noFill/>
                  </a:tcPr>
                </a:tc>
              </a:tr>
              <a:tr h="208288">
                <a:tc>
                  <a:txBody>
                    <a:bodyPr/>
                    <a:lstStyle/>
                    <a:p>
                      <a:pPr algn="ctr" fontAlgn="b"/>
                      <a:r>
                        <a:rPr lang="pt-BR" sz="800" b="1" i="0" u="none" strike="noStrike" dirty="0">
                          <a:solidFill>
                            <a:schemeClr val="tx1"/>
                          </a:solidFill>
                          <a:latin typeface="Calibri" panose="020F0502020204030204"/>
                        </a:rPr>
                        <a:t>VM</a:t>
                      </a:r>
                      <a:r>
                        <a:rPr lang="pt-BR" sz="800" b="1" i="0" u="none" strike="noStrike" baseline="0" dirty="0">
                          <a:solidFill>
                            <a:schemeClr val="tx1"/>
                          </a:solidFill>
                          <a:latin typeface="Calibri" panose="020F0502020204030204"/>
                        </a:rPr>
                        <a:t> e AM</a:t>
                      </a:r>
                      <a:endParaRPr lang="pt-BR" sz="800" b="1" i="0" u="none" strike="noStrike" dirty="0">
                        <a:solidFill>
                          <a:schemeClr val="tx1"/>
                        </a:solidFill>
                        <a:latin typeface="Calibri" panose="020F0502020204030204"/>
                      </a:endParaRPr>
                    </a:p>
                  </a:txBody>
                  <a:tcPr marL="9525" marR="9525" marT="9525" marB="0" anchor="b">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noFill/>
                  </a:tcPr>
                </a:tc>
                <a:tc>
                  <a:txBody>
                    <a:bodyPr/>
                    <a:lstStyle/>
                    <a:p>
                      <a:pPr algn="ctr" fontAlgn="b"/>
                      <a:endParaRPr lang="pt-BR" sz="800" b="1" i="0" u="none" strike="noStrike" dirty="0">
                        <a:solidFill>
                          <a:schemeClr val="tx1"/>
                        </a:solidFill>
                        <a:latin typeface="Calibri" panose="020F0502020204030204"/>
                      </a:endParaRPr>
                    </a:p>
                  </a:txBody>
                  <a:tcPr marL="9525" marR="9525" marT="9525" marB="0" anchor="b">
                    <a:lnL w="25400" cap="flat" cmpd="dbl" algn="ctr">
                      <a:solidFill>
                        <a:srgbClr val="3F3F3F"/>
                      </a:solidFill>
                      <a:prstDash val="solid"/>
                      <a:round/>
                      <a:headEnd type="none" w="med" len="med"/>
                      <a:tailEnd type="none" w="med" len="med"/>
                    </a:lnL>
                    <a:lnR w="25400" cap="flat" cmpd="dbl" algn="ctr">
                      <a:solidFill>
                        <a:srgbClr val="3F3F3F"/>
                      </a:solidFill>
                      <a:prstDash val="solid"/>
                      <a:round/>
                      <a:headEnd type="none" w="med" len="med"/>
                      <a:tailEnd type="none" w="med" len="med"/>
                    </a:lnR>
                    <a:lnT w="25400" cap="flat" cmpd="dbl" algn="ctr">
                      <a:solidFill>
                        <a:srgbClr val="3F3F3F"/>
                      </a:solidFill>
                      <a:prstDash val="solid"/>
                      <a:round/>
                      <a:headEnd type="none" w="med" len="med"/>
                      <a:tailEnd type="none" w="med" len="med"/>
                    </a:lnT>
                    <a:lnB w="25400" cap="flat" cmpd="dbl" algn="ctr">
                      <a:solidFill>
                        <a:srgbClr val="3F3F3F"/>
                      </a:solidFill>
                      <a:prstDash val="solid"/>
                      <a:round/>
                      <a:headEnd type="none" w="med" len="med"/>
                      <a:tailEnd type="none" w="med" len="med"/>
                    </a:lnB>
                    <a:noFill/>
                  </a:tcPr>
                </a:tc>
              </a:tr>
            </a:tbl>
          </a:graphicData>
        </a:graphic>
      </p:graphicFrame>
      <p:pic>
        <p:nvPicPr>
          <p:cNvPr id="5" name="Imagem 4"/>
          <p:cNvPicPr>
            <a:picLocks noChangeAspect="1"/>
          </p:cNvPicPr>
          <p:nvPr userDrawn="1"/>
        </p:nvPicPr>
        <p:blipFill>
          <a:blip r:embed="rId6"/>
          <a:stretch>
            <a:fillRect/>
          </a:stretch>
        </p:blipFill>
        <p:spPr>
          <a:xfrm>
            <a:off x="5013176" y="2843808"/>
            <a:ext cx="908515" cy="863607"/>
          </a:xfrm>
          <a:prstGeom prst="rect">
            <a:avLst/>
          </a:prstGeom>
        </p:spPr>
      </p:pic>
      <p:pic>
        <p:nvPicPr>
          <p:cNvPr id="7" name="Imagem 6"/>
          <p:cNvPicPr>
            <a:picLocks noChangeAspect="1"/>
          </p:cNvPicPr>
          <p:nvPr userDrawn="1"/>
        </p:nvPicPr>
        <p:blipFill>
          <a:blip r:embed="rId7"/>
          <a:stretch>
            <a:fillRect/>
          </a:stretch>
        </p:blipFill>
        <p:spPr>
          <a:xfrm>
            <a:off x="5921691" y="3059832"/>
            <a:ext cx="834580" cy="628279"/>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omente título">
    <p:spTree>
      <p:nvGrpSpPr>
        <p:cNvPr id="1" name=""/>
        <p:cNvGrpSpPr/>
        <p:nvPr/>
      </p:nvGrpSpPr>
      <p:grpSpPr>
        <a:xfrm>
          <a:off x="0" y="0"/>
          <a:ext cx="0" cy="0"/>
          <a:chOff x="0" y="0"/>
          <a:chExt cx="0" cy="0"/>
        </a:xfrm>
      </p:grpSpPr>
      <p:sp>
        <p:nvSpPr>
          <p:cNvPr id="6" name="CaixaDeTexto 5"/>
          <p:cNvSpPr txBox="1"/>
          <p:nvPr userDrawn="1"/>
        </p:nvSpPr>
        <p:spPr>
          <a:xfrm>
            <a:off x="141537" y="1031632"/>
            <a:ext cx="3302186" cy="307777"/>
          </a:xfrm>
          <a:prstGeom prst="rect">
            <a:avLst/>
          </a:prstGeom>
          <a:noFill/>
        </p:spPr>
        <p:txBody>
          <a:bodyPr wrap="none" rtlCol="0">
            <a:spAutoFit/>
          </a:bodyPr>
          <a:lstStyle/>
          <a:p>
            <a:r>
              <a:rPr lang="pt-BR" sz="1400" b="1" dirty="0"/>
              <a:t>ANÁLISE</a:t>
            </a:r>
            <a:r>
              <a:rPr lang="pt-BR" sz="1400" b="1" baseline="0" dirty="0"/>
              <a:t> A SER REALIZADA PELO TÉCNICO</a:t>
            </a:r>
            <a:endParaRPr lang="en-US" sz="1400" b="1" dirty="0"/>
          </a:p>
        </p:txBody>
      </p:sp>
      <p:graphicFrame>
        <p:nvGraphicFramePr>
          <p:cNvPr id="7" name="Tabela 6"/>
          <p:cNvGraphicFramePr>
            <a:graphicFrameLocks noGrp="1"/>
          </p:cNvGraphicFramePr>
          <p:nvPr userDrawn="1"/>
        </p:nvGraphicFramePr>
        <p:xfrm>
          <a:off x="260648" y="6229100"/>
          <a:ext cx="6368921" cy="467914"/>
        </p:xfrm>
        <a:graphic>
          <a:graphicData uri="http://schemas.openxmlformats.org/drawingml/2006/table">
            <a:tbl>
              <a:tblPr firstRow="1" firstCol="1" bandRow="1">
                <a:tableStyleId>{5C22544A-7EE6-4342-B048-85BDC9FD1C3A}</a:tableStyleId>
              </a:tblPr>
              <a:tblGrid>
                <a:gridCol w="746242"/>
                <a:gridCol w="800946"/>
                <a:gridCol w="918680"/>
                <a:gridCol w="892517"/>
                <a:gridCol w="1105984"/>
                <a:gridCol w="1904552"/>
              </a:tblGrid>
              <a:tr h="233957">
                <a:tc>
                  <a:txBody>
                    <a:bodyPr/>
                    <a:lstStyle/>
                    <a:p>
                      <a:pPr algn="ctr">
                        <a:lnSpc>
                          <a:spcPct val="115000"/>
                        </a:lnSpc>
                        <a:spcAft>
                          <a:spcPts val="0"/>
                        </a:spcAft>
                      </a:pPr>
                      <a:r>
                        <a:rPr lang="pt-BR" sz="1000" dirty="0">
                          <a:effectLst/>
                        </a:rPr>
                        <a:t>Revisão</a:t>
                      </a:r>
                      <a:endParaRPr lang="en-US" sz="1000" dirty="0">
                        <a:effectLst/>
                        <a:latin typeface="Calibri" panose="020F0502020204030204"/>
                        <a:ea typeface="Calibri" panose="020F0502020204030204"/>
                        <a:cs typeface="Times New Roman" panose="02020603050405020304"/>
                      </a:endParaRPr>
                    </a:p>
                  </a:txBody>
                  <a:tcPr marL="40337" marR="40337" marT="0" marB="0" anchor="ctr">
                    <a:solidFill>
                      <a:srgbClr val="C00000"/>
                    </a:solidFill>
                  </a:tcPr>
                </a:tc>
                <a:tc>
                  <a:txBody>
                    <a:bodyPr/>
                    <a:lstStyle/>
                    <a:p>
                      <a:pPr algn="ctr">
                        <a:lnSpc>
                          <a:spcPct val="115000"/>
                        </a:lnSpc>
                        <a:spcAft>
                          <a:spcPts val="0"/>
                        </a:spcAft>
                      </a:pPr>
                      <a:r>
                        <a:rPr lang="pt-BR" sz="1000" dirty="0">
                          <a:effectLst/>
                        </a:rPr>
                        <a:t>Data</a:t>
                      </a:r>
                      <a:endParaRPr lang="en-US" sz="1000" dirty="0">
                        <a:effectLst/>
                        <a:latin typeface="Calibri" panose="020F0502020204030204"/>
                        <a:ea typeface="Calibri" panose="020F0502020204030204"/>
                        <a:cs typeface="Times New Roman" panose="02020603050405020304"/>
                      </a:endParaRPr>
                    </a:p>
                  </a:txBody>
                  <a:tcPr marL="40337" marR="40337" marT="0" marB="0" anchor="ctr">
                    <a:solidFill>
                      <a:srgbClr val="C00000"/>
                    </a:solidFill>
                  </a:tcPr>
                </a:tc>
                <a:tc>
                  <a:txBody>
                    <a:bodyPr/>
                    <a:lstStyle/>
                    <a:p>
                      <a:pPr algn="ctr">
                        <a:lnSpc>
                          <a:spcPct val="115000"/>
                        </a:lnSpc>
                        <a:spcAft>
                          <a:spcPts val="0"/>
                        </a:spcAft>
                      </a:pPr>
                      <a:r>
                        <a:rPr lang="pt-BR" sz="1000" dirty="0">
                          <a:effectLst/>
                        </a:rPr>
                        <a:t>Elaborado</a:t>
                      </a:r>
                      <a:endParaRPr lang="en-US" sz="1000" dirty="0">
                        <a:effectLst/>
                        <a:latin typeface="Calibri" panose="020F0502020204030204"/>
                        <a:ea typeface="Calibri" panose="020F0502020204030204"/>
                        <a:cs typeface="Times New Roman" panose="02020603050405020304"/>
                      </a:endParaRPr>
                    </a:p>
                  </a:txBody>
                  <a:tcPr marL="40337" marR="40337" marT="0" marB="0" anchor="ctr">
                    <a:solidFill>
                      <a:srgbClr val="C00000"/>
                    </a:solidFill>
                  </a:tcPr>
                </a:tc>
                <a:tc>
                  <a:txBody>
                    <a:bodyPr/>
                    <a:lstStyle/>
                    <a:p>
                      <a:pPr algn="ctr">
                        <a:lnSpc>
                          <a:spcPct val="115000"/>
                        </a:lnSpc>
                        <a:spcAft>
                          <a:spcPts val="0"/>
                        </a:spcAft>
                      </a:pPr>
                      <a:r>
                        <a:rPr lang="pt-BR" sz="1000" dirty="0">
                          <a:effectLst/>
                        </a:rPr>
                        <a:t>Revisado</a:t>
                      </a:r>
                      <a:endParaRPr lang="en-US" sz="1000" dirty="0">
                        <a:effectLst/>
                        <a:latin typeface="Calibri" panose="020F0502020204030204"/>
                        <a:ea typeface="Calibri" panose="020F0502020204030204"/>
                        <a:cs typeface="Times New Roman" panose="02020603050405020304"/>
                      </a:endParaRPr>
                    </a:p>
                  </a:txBody>
                  <a:tcPr marL="40337" marR="40337" marT="0" marB="0" anchor="ctr">
                    <a:solidFill>
                      <a:srgbClr val="C00000"/>
                    </a:solidFill>
                  </a:tcPr>
                </a:tc>
                <a:tc>
                  <a:txBody>
                    <a:bodyPr/>
                    <a:lstStyle/>
                    <a:p>
                      <a:pPr algn="ctr">
                        <a:lnSpc>
                          <a:spcPct val="115000"/>
                        </a:lnSpc>
                        <a:spcAft>
                          <a:spcPts val="0"/>
                        </a:spcAft>
                      </a:pPr>
                      <a:r>
                        <a:rPr lang="pt-BR" sz="1000" dirty="0">
                          <a:effectLst/>
                        </a:rPr>
                        <a:t>Aprovado</a:t>
                      </a:r>
                      <a:endParaRPr lang="en-US" sz="1000" dirty="0">
                        <a:effectLst/>
                        <a:latin typeface="Calibri" panose="020F0502020204030204"/>
                        <a:ea typeface="Calibri" panose="020F0502020204030204"/>
                        <a:cs typeface="Times New Roman" panose="02020603050405020304"/>
                      </a:endParaRPr>
                    </a:p>
                  </a:txBody>
                  <a:tcPr marL="40337" marR="40337" marT="0" marB="0" anchor="ctr">
                    <a:solidFill>
                      <a:srgbClr val="C00000"/>
                    </a:solidFill>
                  </a:tcPr>
                </a:tc>
                <a:tc>
                  <a:txBody>
                    <a:bodyPr/>
                    <a:lstStyle/>
                    <a:p>
                      <a:pPr algn="ctr">
                        <a:lnSpc>
                          <a:spcPct val="115000"/>
                        </a:lnSpc>
                        <a:spcAft>
                          <a:spcPts val="0"/>
                        </a:spcAft>
                      </a:pPr>
                      <a:r>
                        <a:rPr lang="pt-BR" sz="1000" dirty="0">
                          <a:effectLst/>
                        </a:rPr>
                        <a:t>Descrição da Alteração</a:t>
                      </a:r>
                      <a:endParaRPr lang="en-US" sz="1000" dirty="0">
                        <a:effectLst/>
                        <a:latin typeface="Calibri" panose="020F0502020204030204"/>
                        <a:ea typeface="Calibri" panose="020F0502020204030204"/>
                        <a:cs typeface="Times New Roman" panose="02020603050405020304"/>
                      </a:endParaRPr>
                    </a:p>
                  </a:txBody>
                  <a:tcPr marL="40337" marR="40337" marT="0" marB="0" anchor="ctr">
                    <a:solidFill>
                      <a:srgbClr val="C00000"/>
                    </a:solidFill>
                  </a:tcPr>
                </a:tc>
              </a:tr>
              <a:tr h="233957">
                <a:tc>
                  <a:txBody>
                    <a:bodyPr/>
                    <a:lstStyle/>
                    <a:p>
                      <a:pPr algn="ctr">
                        <a:lnSpc>
                          <a:spcPct val="115000"/>
                        </a:lnSpc>
                        <a:spcAft>
                          <a:spcPts val="0"/>
                        </a:spcAft>
                      </a:pPr>
                      <a:r>
                        <a:rPr lang="pt-BR" sz="1000" dirty="0">
                          <a:effectLst/>
                        </a:rPr>
                        <a:t>01</a:t>
                      </a:r>
                      <a:endParaRPr lang="en-US" sz="1000" dirty="0">
                        <a:effectLst/>
                        <a:latin typeface="Calibri" panose="020F0502020204030204"/>
                        <a:ea typeface="Calibri" panose="020F0502020204030204"/>
                        <a:cs typeface="Times New Roman" panose="02020603050405020304"/>
                      </a:endParaRPr>
                    </a:p>
                  </a:txBody>
                  <a:tcPr marL="40337" marR="40337" marT="0" marB="0" anchor="ctr">
                    <a:solidFill>
                      <a:srgbClr val="C00000"/>
                    </a:solidFill>
                  </a:tcPr>
                </a:tc>
                <a:tc>
                  <a:txBody>
                    <a:bodyPr/>
                    <a:lstStyle/>
                    <a:p>
                      <a:pPr algn="ctr">
                        <a:lnSpc>
                          <a:spcPct val="115000"/>
                        </a:lnSpc>
                        <a:spcAft>
                          <a:spcPts val="0"/>
                        </a:spcAft>
                      </a:pPr>
                      <a:r>
                        <a:rPr lang="pt-BR" sz="1000" dirty="0">
                          <a:effectLst/>
                        </a:rPr>
                        <a:t>05/07/2020</a:t>
                      </a:r>
                      <a:endParaRPr lang="en-US" sz="1000" dirty="0">
                        <a:effectLst/>
                        <a:latin typeface="Calibri" panose="020F0502020204030204"/>
                        <a:ea typeface="Calibri" panose="020F0502020204030204"/>
                        <a:cs typeface="Times New Roman" panose="02020603050405020304"/>
                      </a:endParaRPr>
                    </a:p>
                  </a:txBody>
                  <a:tcPr marL="40337" marR="40337" marT="0" marB="0" anchor="ctr">
                    <a:noFill/>
                  </a:tcPr>
                </a:tc>
                <a:tc>
                  <a:txBody>
                    <a:bodyPr/>
                    <a:lstStyle/>
                    <a:p>
                      <a:pPr algn="ctr">
                        <a:lnSpc>
                          <a:spcPct val="115000"/>
                        </a:lnSpc>
                        <a:spcAft>
                          <a:spcPts val="0"/>
                        </a:spcAft>
                      </a:pPr>
                      <a:r>
                        <a:rPr lang="pt-BR" sz="1000" dirty="0">
                          <a:effectLst/>
                        </a:rPr>
                        <a:t>Pedro Pasinato</a:t>
                      </a:r>
                      <a:endParaRPr lang="en-US" sz="1000" dirty="0">
                        <a:effectLst/>
                        <a:latin typeface="Calibri" panose="020F0502020204030204"/>
                        <a:ea typeface="Calibri" panose="020F0502020204030204"/>
                        <a:cs typeface="Times New Roman" panose="02020603050405020304"/>
                      </a:endParaRPr>
                    </a:p>
                  </a:txBody>
                  <a:tcPr marL="40337" marR="40337" marT="0" marB="0" anchor="ctr">
                    <a:noFill/>
                  </a:tcPr>
                </a:tc>
                <a:tc>
                  <a:txBody>
                    <a:bodyPr/>
                    <a:lstStyle/>
                    <a:p>
                      <a:pPr algn="ctr">
                        <a:lnSpc>
                          <a:spcPct val="115000"/>
                        </a:lnSpc>
                        <a:spcAft>
                          <a:spcPts val="0"/>
                        </a:spcAft>
                      </a:pPr>
                      <a:r>
                        <a:rPr lang="pt-BR" sz="1000" dirty="0">
                          <a:effectLst/>
                          <a:latin typeface="+mn-lt"/>
                          <a:ea typeface="+mn-ea"/>
                          <a:cs typeface="+mn-cs"/>
                        </a:rPr>
                        <a:t>Carlos</a:t>
                      </a:r>
                      <a:r>
                        <a:rPr lang="pt-BR" sz="1000" baseline="0" dirty="0">
                          <a:effectLst/>
                          <a:latin typeface="+mn-lt"/>
                          <a:ea typeface="+mn-ea"/>
                          <a:cs typeface="+mn-cs"/>
                        </a:rPr>
                        <a:t> Jesus</a:t>
                      </a:r>
                      <a:endParaRPr lang="en-US" sz="1000" dirty="0">
                        <a:effectLst/>
                        <a:latin typeface="Calibri" panose="020F0502020204030204"/>
                        <a:ea typeface="Calibri" panose="020F0502020204030204"/>
                        <a:cs typeface="Times New Roman" panose="02020603050405020304"/>
                      </a:endParaRPr>
                    </a:p>
                  </a:txBody>
                  <a:tcPr marL="40337" marR="40337" marT="0" marB="0" anchor="ctr">
                    <a:noFill/>
                  </a:tcPr>
                </a:tc>
                <a:tc>
                  <a:txBody>
                    <a:bodyPr/>
                    <a:lstStyle/>
                    <a:p>
                      <a:pPr algn="ctr">
                        <a:lnSpc>
                          <a:spcPct val="115000"/>
                        </a:lnSpc>
                        <a:spcAft>
                          <a:spcPts val="0"/>
                        </a:spcAft>
                      </a:pPr>
                      <a:r>
                        <a:rPr lang="pt-BR" sz="1000" dirty="0">
                          <a:effectLst/>
                        </a:rPr>
                        <a:t>Alexandre Souza</a:t>
                      </a:r>
                      <a:endParaRPr lang="en-US" sz="1000" dirty="0">
                        <a:effectLst/>
                        <a:latin typeface="Calibri" panose="020F0502020204030204"/>
                        <a:ea typeface="Calibri" panose="020F0502020204030204"/>
                        <a:cs typeface="Times New Roman" panose="02020603050405020304"/>
                      </a:endParaRPr>
                    </a:p>
                  </a:txBody>
                  <a:tcPr marL="40337" marR="40337" marT="0" marB="0" anchor="ctr">
                    <a:noFill/>
                  </a:tcPr>
                </a:tc>
                <a:tc>
                  <a:txBody>
                    <a:bodyPr/>
                    <a:lstStyle/>
                    <a:p>
                      <a:pPr algn="ctr">
                        <a:lnSpc>
                          <a:spcPct val="115000"/>
                        </a:lnSpc>
                        <a:spcAft>
                          <a:spcPts val="0"/>
                        </a:spcAft>
                      </a:pPr>
                      <a:r>
                        <a:rPr lang="en-US" sz="1000" dirty="0">
                          <a:effectLst/>
                          <a:latin typeface="Calibri" panose="020F0502020204030204"/>
                          <a:ea typeface="Calibri" panose="020F0502020204030204"/>
                          <a:cs typeface="Times New Roman" panose="02020603050405020304"/>
                        </a:rPr>
                        <a:t>Orientação para testes</a:t>
                      </a:r>
                      <a:endParaRPr lang="en-US" sz="1000" dirty="0">
                        <a:effectLst/>
                        <a:latin typeface="Calibri" panose="020F0502020204030204"/>
                        <a:ea typeface="Calibri" panose="020F0502020204030204"/>
                        <a:cs typeface="Times New Roman" panose="02020603050405020304"/>
                      </a:endParaRPr>
                    </a:p>
                  </a:txBody>
                  <a:tcPr marL="40337" marR="40337" marT="0" marB="0" anchor="ctr">
                    <a:noFill/>
                  </a:tcPr>
                </a:tc>
              </a:tr>
            </a:tbl>
          </a:graphicData>
        </a:graphic>
      </p:graphicFrame>
      <p:sp>
        <p:nvSpPr>
          <p:cNvPr id="8" name="Retângulo 7"/>
          <p:cNvSpPr/>
          <p:nvPr userDrawn="1"/>
        </p:nvSpPr>
        <p:spPr>
          <a:xfrm>
            <a:off x="260649" y="1619672"/>
            <a:ext cx="6368920" cy="4536504"/>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CaixaDeTexto 8"/>
          <p:cNvSpPr txBox="1"/>
          <p:nvPr userDrawn="1"/>
        </p:nvSpPr>
        <p:spPr>
          <a:xfrm>
            <a:off x="260649" y="1311895"/>
            <a:ext cx="1422697" cy="307777"/>
          </a:xfrm>
          <a:prstGeom prst="rect">
            <a:avLst/>
          </a:prstGeom>
          <a:noFill/>
        </p:spPr>
        <p:txBody>
          <a:bodyPr wrap="none" rtlCol="0">
            <a:spAutoFit/>
          </a:bodyPr>
          <a:lstStyle/>
          <a:p>
            <a:r>
              <a:rPr lang="pt-BR" sz="1400" b="0" dirty="0"/>
              <a:t>9. Foto do Motor</a:t>
            </a:r>
            <a:endParaRPr lang="en-US" sz="1400" b="0" dirty="0"/>
          </a:p>
        </p:txBody>
      </p:sp>
      <p:sp>
        <p:nvSpPr>
          <p:cNvPr id="11" name="Retângulo de cantos arredondados 10"/>
          <p:cNvSpPr>
            <a:spLocks noChangeArrowheads="1"/>
          </p:cNvSpPr>
          <p:nvPr userDrawn="1"/>
        </p:nvSpPr>
        <p:spPr bwMode="auto">
          <a:xfrm>
            <a:off x="332656" y="6732240"/>
            <a:ext cx="6296913" cy="1867535"/>
          </a:xfrm>
          <a:prstGeom prst="roundRect">
            <a:avLst>
              <a:gd name="adj" fmla="val 16667"/>
            </a:avLst>
          </a:prstGeom>
          <a:noFill/>
          <a:ln w="9525" algn="in">
            <a:solidFill>
              <a:srgbClr val="0C0C0C"/>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EEECE1"/>
                  </a:outerShdw>
                </a:effectLst>
              </a14:hiddenEffects>
            </a:ext>
          </a:extLst>
        </p:spPr>
        <p:txBody>
          <a:bodyPr rot="0" vert="horz" wrap="square" lIns="36576" tIns="36576" rIns="36576" bIns="36576" anchor="t" anchorCtr="0" upright="1">
            <a:noAutofit/>
          </a:bodyPr>
          <a:lstStyle/>
          <a:p>
            <a:pPr>
              <a:lnSpc>
                <a:spcPct val="115000"/>
              </a:lnSpc>
              <a:spcAft>
                <a:spcPts val="1000"/>
              </a:spcAft>
            </a:pPr>
            <a:r>
              <a:rPr lang="pt-BR" sz="800" dirty="0">
                <a:effectLst/>
                <a:latin typeface="Arial" panose="020B0604020202020204"/>
                <a:ea typeface="Calibri" panose="020F0502020204030204"/>
                <a:cs typeface="Times New Roman" panose="02020603050405020304"/>
              </a:rPr>
              <a:t>Copyright © 2021 por LG Electronics do Brasil Ltda.</a:t>
            </a:r>
            <a:endParaRPr lang="en-US" sz="1100" dirty="0">
              <a:effectLst/>
              <a:latin typeface="Calibri" panose="020F0502020204030204"/>
              <a:ea typeface="Calibri" panose="020F0502020204030204"/>
              <a:cs typeface="Times New Roman" panose="02020603050405020304"/>
            </a:endParaRPr>
          </a:p>
          <a:p>
            <a:pPr>
              <a:lnSpc>
                <a:spcPct val="115000"/>
              </a:lnSpc>
              <a:spcAft>
                <a:spcPts val="1000"/>
              </a:spcAft>
            </a:pPr>
            <a:r>
              <a:rPr lang="pt-BR" sz="800" dirty="0">
                <a:effectLst/>
                <a:latin typeface="Arial" panose="020B0604020202020204"/>
                <a:ea typeface="Calibri" panose="020F0502020204030204"/>
                <a:cs typeface="Times New Roman" panose="02020603050405020304"/>
              </a:rPr>
              <a:t> </a:t>
            </a:r>
            <a:endParaRPr lang="en-US" sz="1100" dirty="0">
              <a:effectLst/>
              <a:latin typeface="Calibri" panose="020F0502020204030204"/>
              <a:ea typeface="Calibri" panose="020F0502020204030204"/>
              <a:cs typeface="Times New Roman" panose="02020603050405020304"/>
            </a:endParaRPr>
          </a:p>
          <a:p>
            <a:pPr>
              <a:lnSpc>
                <a:spcPct val="115000"/>
              </a:lnSpc>
              <a:spcAft>
                <a:spcPts val="1000"/>
              </a:spcAft>
            </a:pPr>
            <a:r>
              <a:rPr lang="pt-BR" sz="800" dirty="0">
                <a:effectLst/>
                <a:latin typeface="Arial" panose="020B0604020202020204"/>
                <a:ea typeface="Calibri" panose="020F0502020204030204"/>
                <a:cs typeface="Times New Roman" panose="02020603050405020304"/>
              </a:rPr>
              <a:t>Todos os direitos reservados. Nenhuma parte deste documento pode ser reproduzida, por qualquer processo ou técnica, traduzido ou convertido em qualquer forma eletrônica, ou legível por qualquer meio, em parte ou no todo, sem a aprovação prévia, por escrito, sem o expresso consentimento por escrito da LG Electronics do Brasil Ltda., estando o contrafator sujeito a responder por crime de Violação de Direito Autoral, conforme o art.184 do Código Penal Brasileiro, além de responder por Perdas e Danos. Todos os logotipos e marcas utilizados neste material pertencem às suas respectivas empresas.</a:t>
            </a:r>
            <a:endParaRPr lang="en-US" sz="1100" dirty="0">
              <a:effectLst/>
              <a:latin typeface="Calibri" panose="020F0502020204030204"/>
              <a:ea typeface="Calibri" panose="020F0502020204030204"/>
              <a:cs typeface="Times New Roman" panose="02020603050405020304"/>
            </a:endParaRPr>
          </a:p>
          <a:p>
            <a:pPr>
              <a:lnSpc>
                <a:spcPct val="115000"/>
              </a:lnSpc>
              <a:spcAft>
                <a:spcPts val="1000"/>
              </a:spcAft>
            </a:pPr>
            <a:r>
              <a:rPr lang="pt-BR" sz="800" i="1" dirty="0">
                <a:effectLst/>
                <a:latin typeface="Arial" panose="020B0604020202020204"/>
                <a:ea typeface="Calibri" panose="020F0502020204030204"/>
                <a:cs typeface="Times New Roman" panose="02020603050405020304"/>
              </a:rPr>
              <a:t>“As marcas registradas e os nomes comerciais citados nesta obra, mesmo que não sejam assim identificados, pertencem aos seus respectivos proprietários nos termos das leis, convenções e diretrizes nacionais e internacionais.”</a:t>
            </a:r>
            <a:endParaRPr lang="en-US" sz="1100" dirty="0">
              <a:effectLst/>
              <a:latin typeface="Calibri" panose="020F0502020204030204"/>
              <a:ea typeface="Calibri" panose="020F0502020204030204"/>
              <a:cs typeface="Times New Roman" panose="02020603050405020304"/>
            </a:endParaRPr>
          </a:p>
        </p:txBody>
      </p:sp>
      <p:sp>
        <p:nvSpPr>
          <p:cNvPr id="12" name="Text Box 8"/>
          <p:cNvSpPr txBox="1">
            <a:spLocks noChangeArrowheads="1"/>
          </p:cNvSpPr>
          <p:nvPr userDrawn="1"/>
        </p:nvSpPr>
        <p:spPr bwMode="auto">
          <a:xfrm>
            <a:off x="6061490" y="670651"/>
            <a:ext cx="777240" cy="321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0" vert="horz" wrap="square" lIns="0" tIns="0" rIns="0" bIns="0" anchor="ctr" anchorCtr="0" upright="1">
            <a:noAutofit/>
          </a:bodyPr>
          <a:lstStyle/>
          <a:p>
            <a:pPr algn="ctr"/>
            <a:r>
              <a:rPr lang="pt-BR" sz="900" b="1" dirty="0">
                <a:effectLst/>
                <a:latin typeface="Times New Roman" panose="02020603050405020304"/>
                <a:ea typeface="Times New Roman" panose="02020603050405020304"/>
              </a:rPr>
              <a:t>Versão:</a:t>
            </a:r>
            <a:r>
              <a:rPr lang="pt-BR" sz="900" dirty="0">
                <a:effectLst/>
                <a:latin typeface="Times New Roman" panose="02020603050405020304"/>
                <a:ea typeface="Times New Roman" panose="02020603050405020304"/>
              </a:rPr>
              <a:t> 01</a:t>
            </a:r>
            <a:endParaRPr lang="en-US" sz="1200" dirty="0">
              <a:effectLst/>
              <a:latin typeface="Times New Roman" panose="02020603050405020304"/>
              <a:ea typeface="Times New Roman" panose="02020603050405020304"/>
            </a:endParaRPr>
          </a:p>
          <a:p>
            <a:pPr algn="ctr"/>
            <a:r>
              <a:rPr lang="pt-BR" sz="900" b="1" dirty="0">
                <a:effectLst/>
                <a:latin typeface="Times New Roman" panose="02020603050405020304"/>
                <a:ea typeface="Times New Roman" panose="02020603050405020304"/>
              </a:rPr>
              <a:t>Página</a:t>
            </a:r>
            <a:r>
              <a:rPr lang="pt-BR" sz="900" dirty="0">
                <a:effectLst/>
                <a:latin typeface="Times New Roman" panose="02020603050405020304"/>
                <a:ea typeface="Times New Roman" panose="02020603050405020304"/>
              </a:rPr>
              <a:t> 5/5</a:t>
            </a:r>
            <a:endParaRPr lang="en-US" sz="1200" dirty="0">
              <a:effectLst/>
              <a:latin typeface="Times New Roman" panose="02020603050405020304"/>
              <a:ea typeface="Times New Roman" panose="02020603050405020304"/>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a:xfrm>
            <a:off x="342900" y="366184"/>
            <a:ext cx="6172200" cy="1524000"/>
          </a:xfrm>
          <a:prstGeom prst="rect">
            <a:avLst/>
          </a:prstGeom>
        </p:spPr>
        <p:txBody>
          <a:bodyPr/>
          <a:lstStyle/>
          <a:p>
            <a:r>
              <a:rPr lang="pt-BR"/>
              <a:t>Clique para editar o título mestre</a:t>
            </a:r>
            <a:endParaRPr lang="en-US"/>
          </a:p>
        </p:txBody>
      </p:sp>
      <p:sp>
        <p:nvSpPr>
          <p:cNvPr id="3" name="Espaço Reservado para Conteúdo 2"/>
          <p:cNvSpPr>
            <a:spLocks noGrp="1"/>
          </p:cNvSpPr>
          <p:nvPr>
            <p:ph sz="half" idx="1" hasCustomPrompt="1"/>
          </p:nvPr>
        </p:nvSpPr>
        <p:spPr>
          <a:xfrm>
            <a:off x="342900" y="2133601"/>
            <a:ext cx="3028950" cy="603461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a:t>Clique para editar o texto mestre</a:t>
            </a:r>
            <a:endParaRPr lang="pt-BR"/>
          </a:p>
          <a:p>
            <a:pPr lvl="1"/>
            <a:r>
              <a:rPr lang="pt-BR"/>
              <a:t>Segundo nível</a:t>
            </a:r>
            <a:endParaRPr lang="pt-BR"/>
          </a:p>
          <a:p>
            <a:pPr lvl="2"/>
            <a:r>
              <a:rPr lang="pt-BR"/>
              <a:t>Terceiro nível</a:t>
            </a:r>
            <a:endParaRPr lang="pt-BR"/>
          </a:p>
          <a:p>
            <a:pPr lvl="3"/>
            <a:r>
              <a:rPr lang="pt-BR"/>
              <a:t>Quarto nível</a:t>
            </a:r>
            <a:endParaRPr lang="pt-BR"/>
          </a:p>
          <a:p>
            <a:pPr lvl="4"/>
            <a:r>
              <a:rPr lang="pt-BR"/>
              <a:t>Quinto nível</a:t>
            </a:r>
            <a:endParaRPr lang="en-US"/>
          </a:p>
        </p:txBody>
      </p:sp>
      <p:sp>
        <p:nvSpPr>
          <p:cNvPr id="4" name="Espaço Reservado para Conteúdo 3"/>
          <p:cNvSpPr>
            <a:spLocks noGrp="1"/>
          </p:cNvSpPr>
          <p:nvPr>
            <p:ph sz="half" idx="2" hasCustomPrompt="1"/>
          </p:nvPr>
        </p:nvSpPr>
        <p:spPr>
          <a:xfrm>
            <a:off x="3486150" y="2133601"/>
            <a:ext cx="3028950" cy="603461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a:t>Clique para editar o texto mestre</a:t>
            </a:r>
            <a:endParaRPr lang="pt-BR"/>
          </a:p>
          <a:p>
            <a:pPr lvl="1"/>
            <a:r>
              <a:rPr lang="pt-BR"/>
              <a:t>Segundo nível</a:t>
            </a:r>
            <a:endParaRPr lang="pt-BR"/>
          </a:p>
          <a:p>
            <a:pPr lvl="2"/>
            <a:r>
              <a:rPr lang="pt-BR"/>
              <a:t>Terceiro nível</a:t>
            </a:r>
            <a:endParaRPr lang="pt-BR"/>
          </a:p>
          <a:p>
            <a:pPr lvl="3"/>
            <a:r>
              <a:rPr lang="pt-BR"/>
              <a:t>Quarto nível</a:t>
            </a:r>
            <a:endParaRPr lang="pt-BR"/>
          </a:p>
          <a:p>
            <a:pPr lvl="4"/>
            <a:r>
              <a:rPr lang="pt-BR"/>
              <a:t>Quinto nível</a:t>
            </a:r>
            <a:endParaRPr lang="en-US"/>
          </a:p>
        </p:txBody>
      </p:sp>
      <p:sp>
        <p:nvSpPr>
          <p:cNvPr id="5" name="Espaço Reservado para Data 4"/>
          <p:cNvSpPr>
            <a:spLocks noGrp="1"/>
          </p:cNvSpPr>
          <p:nvPr>
            <p:ph type="dt" sz="half" idx="10"/>
          </p:nvPr>
        </p:nvSpPr>
        <p:spPr>
          <a:xfrm>
            <a:off x="342900" y="8475134"/>
            <a:ext cx="1600200" cy="486833"/>
          </a:xfrm>
          <a:prstGeom prst="rect">
            <a:avLst/>
          </a:prstGeom>
        </p:spPr>
        <p:txBody>
          <a:bodyPr/>
          <a:lstStyle/>
          <a:p>
            <a:fld id="{E80D4772-CF04-4AF7-BBC8-03110B66CE92}" type="datetimeFigureOut">
              <a:rPr lang="en-US" smtClean="0"/>
            </a:fld>
            <a:endParaRPr lang="en-US" dirty="0"/>
          </a:p>
        </p:txBody>
      </p:sp>
      <p:sp>
        <p:nvSpPr>
          <p:cNvPr id="6" name="Espaço Reservado para Rodapé 5"/>
          <p:cNvSpPr>
            <a:spLocks noGrp="1"/>
          </p:cNvSpPr>
          <p:nvPr>
            <p:ph type="ftr" sz="quarter" idx="11"/>
          </p:nvPr>
        </p:nvSpPr>
        <p:spPr>
          <a:xfrm>
            <a:off x="2343150" y="8475134"/>
            <a:ext cx="2171700" cy="486833"/>
          </a:xfrm>
          <a:prstGeom prst="rect">
            <a:avLst/>
          </a:prstGeom>
        </p:spPr>
        <p:txBody>
          <a:bodyPr/>
          <a:lstStyle/>
          <a:p>
            <a:endParaRPr lang="en-US" dirty="0"/>
          </a:p>
        </p:txBody>
      </p:sp>
      <p:sp>
        <p:nvSpPr>
          <p:cNvPr id="7" name="Espaço Reservado para Número de Slide 6"/>
          <p:cNvSpPr>
            <a:spLocks noGrp="1"/>
          </p:cNvSpPr>
          <p:nvPr>
            <p:ph type="sldNum" sz="quarter" idx="12"/>
          </p:nvPr>
        </p:nvSpPr>
        <p:spPr>
          <a:xfrm>
            <a:off x="4914900" y="8475134"/>
            <a:ext cx="1600200" cy="486833"/>
          </a:xfrm>
          <a:prstGeom prst="rect">
            <a:avLst/>
          </a:prstGeom>
        </p:spPr>
        <p:txBody>
          <a:bodyPr/>
          <a:lstStyle/>
          <a:p>
            <a:fld id="{1DA6C975-AFFA-428C-901F-32A1BF5D986E}" type="slidenum">
              <a:rPr lang="en-US" smtClean="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a:xfrm>
            <a:off x="342900" y="366184"/>
            <a:ext cx="6172200" cy="1524000"/>
          </a:xfrm>
          <a:prstGeom prst="rect">
            <a:avLst/>
          </a:prstGeom>
        </p:spPr>
        <p:txBody>
          <a:bodyPr/>
          <a:lstStyle>
            <a:lvl1pPr>
              <a:defRPr/>
            </a:lvl1pPr>
          </a:lstStyle>
          <a:p>
            <a:r>
              <a:rPr lang="pt-BR"/>
              <a:t>Clique para editar o título mestre</a:t>
            </a:r>
            <a:endParaRPr lang="en-US"/>
          </a:p>
        </p:txBody>
      </p:sp>
      <p:sp>
        <p:nvSpPr>
          <p:cNvPr id="3" name="Espaço Reservado para Texto 2"/>
          <p:cNvSpPr>
            <a:spLocks noGrp="1"/>
          </p:cNvSpPr>
          <p:nvPr>
            <p:ph type="body" idx="1" hasCustomPrompt="1"/>
          </p:nvPr>
        </p:nvSpPr>
        <p:spPr>
          <a:xfrm>
            <a:off x="342900" y="2046817"/>
            <a:ext cx="303014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endParaRPr lang="pt-BR"/>
          </a:p>
        </p:txBody>
      </p:sp>
      <p:sp>
        <p:nvSpPr>
          <p:cNvPr id="4" name="Espaço Reservado para Conteúdo 3"/>
          <p:cNvSpPr>
            <a:spLocks noGrp="1"/>
          </p:cNvSpPr>
          <p:nvPr>
            <p:ph sz="half" idx="2" hasCustomPrompt="1"/>
          </p:nvPr>
        </p:nvSpPr>
        <p:spPr>
          <a:xfrm>
            <a:off x="342900" y="2899833"/>
            <a:ext cx="303014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a:t>Clique para editar o texto mestre</a:t>
            </a:r>
            <a:endParaRPr lang="pt-BR"/>
          </a:p>
          <a:p>
            <a:pPr lvl="1"/>
            <a:r>
              <a:rPr lang="pt-BR"/>
              <a:t>Segundo nível</a:t>
            </a:r>
            <a:endParaRPr lang="pt-BR"/>
          </a:p>
          <a:p>
            <a:pPr lvl="2"/>
            <a:r>
              <a:rPr lang="pt-BR"/>
              <a:t>Terceiro nível</a:t>
            </a:r>
            <a:endParaRPr lang="pt-BR"/>
          </a:p>
          <a:p>
            <a:pPr lvl="3"/>
            <a:r>
              <a:rPr lang="pt-BR"/>
              <a:t>Quarto nível</a:t>
            </a:r>
            <a:endParaRPr lang="pt-BR"/>
          </a:p>
          <a:p>
            <a:pPr lvl="4"/>
            <a:r>
              <a:rPr lang="pt-BR"/>
              <a:t>Quinto nível</a:t>
            </a:r>
            <a:endParaRPr lang="en-US"/>
          </a:p>
        </p:txBody>
      </p:sp>
      <p:sp>
        <p:nvSpPr>
          <p:cNvPr id="5" name="Espaço Reservado para Texto 4"/>
          <p:cNvSpPr>
            <a:spLocks noGrp="1"/>
          </p:cNvSpPr>
          <p:nvPr>
            <p:ph type="body" sz="quarter" idx="3" hasCustomPrompt="1"/>
          </p:nvPr>
        </p:nvSpPr>
        <p:spPr>
          <a:xfrm>
            <a:off x="3483769" y="2046817"/>
            <a:ext cx="303133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endParaRPr lang="pt-BR"/>
          </a:p>
        </p:txBody>
      </p:sp>
      <p:sp>
        <p:nvSpPr>
          <p:cNvPr id="6" name="Espaço Reservado para Conteúdo 5"/>
          <p:cNvSpPr>
            <a:spLocks noGrp="1"/>
          </p:cNvSpPr>
          <p:nvPr>
            <p:ph sz="quarter" idx="4" hasCustomPrompt="1"/>
          </p:nvPr>
        </p:nvSpPr>
        <p:spPr>
          <a:xfrm>
            <a:off x="3483769" y="2899833"/>
            <a:ext cx="303133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a:t>Clique para editar o texto mestre</a:t>
            </a:r>
            <a:endParaRPr lang="pt-BR"/>
          </a:p>
          <a:p>
            <a:pPr lvl="1"/>
            <a:r>
              <a:rPr lang="pt-BR"/>
              <a:t>Segundo nível</a:t>
            </a:r>
            <a:endParaRPr lang="pt-BR"/>
          </a:p>
          <a:p>
            <a:pPr lvl="2"/>
            <a:r>
              <a:rPr lang="pt-BR"/>
              <a:t>Terceiro nível</a:t>
            </a:r>
            <a:endParaRPr lang="pt-BR"/>
          </a:p>
          <a:p>
            <a:pPr lvl="3"/>
            <a:r>
              <a:rPr lang="pt-BR"/>
              <a:t>Quarto nível</a:t>
            </a:r>
            <a:endParaRPr lang="pt-BR"/>
          </a:p>
          <a:p>
            <a:pPr lvl="4"/>
            <a:r>
              <a:rPr lang="pt-BR"/>
              <a:t>Quinto nível</a:t>
            </a:r>
            <a:endParaRPr lang="en-US"/>
          </a:p>
        </p:txBody>
      </p:sp>
      <p:sp>
        <p:nvSpPr>
          <p:cNvPr id="7" name="Espaço Reservado para Data 6"/>
          <p:cNvSpPr>
            <a:spLocks noGrp="1"/>
          </p:cNvSpPr>
          <p:nvPr>
            <p:ph type="dt" sz="half" idx="10"/>
          </p:nvPr>
        </p:nvSpPr>
        <p:spPr>
          <a:xfrm>
            <a:off x="342900" y="8475134"/>
            <a:ext cx="1600200" cy="486833"/>
          </a:xfrm>
          <a:prstGeom prst="rect">
            <a:avLst/>
          </a:prstGeom>
        </p:spPr>
        <p:txBody>
          <a:bodyPr/>
          <a:lstStyle/>
          <a:p>
            <a:fld id="{E80D4772-CF04-4AF7-BBC8-03110B66CE92}" type="datetimeFigureOut">
              <a:rPr lang="en-US" smtClean="0"/>
            </a:fld>
            <a:endParaRPr lang="en-US" dirty="0"/>
          </a:p>
        </p:txBody>
      </p:sp>
      <p:sp>
        <p:nvSpPr>
          <p:cNvPr id="8" name="Espaço Reservado para Rodapé 7"/>
          <p:cNvSpPr>
            <a:spLocks noGrp="1"/>
          </p:cNvSpPr>
          <p:nvPr>
            <p:ph type="ftr" sz="quarter" idx="11"/>
          </p:nvPr>
        </p:nvSpPr>
        <p:spPr>
          <a:xfrm>
            <a:off x="2343150" y="8475134"/>
            <a:ext cx="2171700" cy="486833"/>
          </a:xfrm>
          <a:prstGeom prst="rect">
            <a:avLst/>
          </a:prstGeom>
        </p:spPr>
        <p:txBody>
          <a:bodyPr/>
          <a:lstStyle/>
          <a:p>
            <a:endParaRPr lang="en-US" dirty="0"/>
          </a:p>
        </p:txBody>
      </p:sp>
      <p:sp>
        <p:nvSpPr>
          <p:cNvPr id="9" name="Espaço Reservado para Número de Slide 8"/>
          <p:cNvSpPr>
            <a:spLocks noGrp="1"/>
          </p:cNvSpPr>
          <p:nvPr>
            <p:ph type="sldNum" sz="quarter" idx="12"/>
          </p:nvPr>
        </p:nvSpPr>
        <p:spPr>
          <a:xfrm>
            <a:off x="4914900" y="8475134"/>
            <a:ext cx="1600200" cy="486833"/>
          </a:xfrm>
          <a:prstGeom prst="rect">
            <a:avLst/>
          </a:prstGeom>
        </p:spPr>
        <p:txBody>
          <a:bodyPr/>
          <a:lstStyle/>
          <a:p>
            <a:fld id="{1DA6C975-AFFA-428C-901F-32A1BF5D986E}" type="slidenum">
              <a:rPr lang="en-US" smtClean="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a:xfrm>
            <a:off x="342900" y="8475134"/>
            <a:ext cx="1600200" cy="486833"/>
          </a:xfrm>
          <a:prstGeom prst="rect">
            <a:avLst/>
          </a:prstGeom>
        </p:spPr>
        <p:txBody>
          <a:bodyPr/>
          <a:lstStyle/>
          <a:p>
            <a:fld id="{E80D4772-CF04-4AF7-BBC8-03110B66CE92}" type="datetimeFigureOut">
              <a:rPr lang="en-US" smtClean="0"/>
            </a:fld>
            <a:endParaRPr lang="en-US" dirty="0"/>
          </a:p>
        </p:txBody>
      </p:sp>
      <p:sp>
        <p:nvSpPr>
          <p:cNvPr id="3" name="Espaço Reservado para Rodapé 2"/>
          <p:cNvSpPr>
            <a:spLocks noGrp="1"/>
          </p:cNvSpPr>
          <p:nvPr>
            <p:ph type="ftr" sz="quarter" idx="11"/>
          </p:nvPr>
        </p:nvSpPr>
        <p:spPr>
          <a:xfrm>
            <a:off x="2343150" y="8475134"/>
            <a:ext cx="2171700" cy="486833"/>
          </a:xfrm>
          <a:prstGeom prst="rect">
            <a:avLst/>
          </a:prstGeom>
        </p:spPr>
        <p:txBody>
          <a:bodyPr/>
          <a:lstStyle/>
          <a:p>
            <a:endParaRPr lang="en-US" dirty="0"/>
          </a:p>
        </p:txBody>
      </p:sp>
      <p:sp>
        <p:nvSpPr>
          <p:cNvPr id="4" name="Espaço Reservado para Número de Slide 3"/>
          <p:cNvSpPr>
            <a:spLocks noGrp="1"/>
          </p:cNvSpPr>
          <p:nvPr>
            <p:ph type="sldNum" sz="quarter" idx="12"/>
          </p:nvPr>
        </p:nvSpPr>
        <p:spPr>
          <a:xfrm>
            <a:off x="4914900" y="8475134"/>
            <a:ext cx="1600200" cy="486833"/>
          </a:xfrm>
          <a:prstGeom prst="rect">
            <a:avLst/>
          </a:prstGeom>
        </p:spPr>
        <p:txBody>
          <a:bodyPr/>
          <a:lstStyle/>
          <a:p>
            <a:fld id="{1DA6C975-AFFA-428C-901F-32A1BF5D986E}" type="slidenum">
              <a:rPr lang="en-US" smtClean="0"/>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342900" y="364067"/>
            <a:ext cx="2256235" cy="1549400"/>
          </a:xfrm>
          <a:prstGeom prst="rect">
            <a:avLst/>
          </a:prstGeom>
        </p:spPr>
        <p:txBody>
          <a:bodyPr anchor="b"/>
          <a:lstStyle>
            <a:lvl1pPr algn="l">
              <a:defRPr sz="2000" b="1"/>
            </a:lvl1pPr>
          </a:lstStyle>
          <a:p>
            <a:r>
              <a:rPr lang="pt-BR"/>
              <a:t>Clique para editar o título mestre</a:t>
            </a:r>
            <a:endParaRPr lang="en-US"/>
          </a:p>
        </p:txBody>
      </p:sp>
      <p:sp>
        <p:nvSpPr>
          <p:cNvPr id="3" name="Espaço Reservado para Conteúdo 2"/>
          <p:cNvSpPr>
            <a:spLocks noGrp="1"/>
          </p:cNvSpPr>
          <p:nvPr>
            <p:ph idx="1" hasCustomPrompt="1"/>
          </p:nvPr>
        </p:nvSpPr>
        <p:spPr>
          <a:xfrm>
            <a:off x="2681287" y="364067"/>
            <a:ext cx="3833813" cy="780415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 texto mestre</a:t>
            </a:r>
            <a:endParaRPr lang="pt-BR"/>
          </a:p>
          <a:p>
            <a:pPr lvl="1"/>
            <a:r>
              <a:rPr lang="pt-BR"/>
              <a:t>Segundo nível</a:t>
            </a:r>
            <a:endParaRPr lang="pt-BR"/>
          </a:p>
          <a:p>
            <a:pPr lvl="2"/>
            <a:r>
              <a:rPr lang="pt-BR"/>
              <a:t>Terceiro nível</a:t>
            </a:r>
            <a:endParaRPr lang="pt-BR"/>
          </a:p>
          <a:p>
            <a:pPr lvl="3"/>
            <a:r>
              <a:rPr lang="pt-BR"/>
              <a:t>Quarto nível</a:t>
            </a:r>
            <a:endParaRPr lang="pt-BR"/>
          </a:p>
          <a:p>
            <a:pPr lvl="4"/>
            <a:r>
              <a:rPr lang="pt-BR"/>
              <a:t>Quinto nível</a:t>
            </a:r>
            <a:endParaRPr lang="en-US"/>
          </a:p>
        </p:txBody>
      </p:sp>
      <p:sp>
        <p:nvSpPr>
          <p:cNvPr id="4" name="Espaço Reservado para Texto 3"/>
          <p:cNvSpPr>
            <a:spLocks noGrp="1"/>
          </p:cNvSpPr>
          <p:nvPr>
            <p:ph type="body" sz="half" idx="2" hasCustomPrompt="1"/>
          </p:nvPr>
        </p:nvSpPr>
        <p:spPr>
          <a:xfrm>
            <a:off x="342900" y="1913467"/>
            <a:ext cx="2256235" cy="625475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 texto mestre</a:t>
            </a:r>
            <a:endParaRPr lang="pt-BR"/>
          </a:p>
        </p:txBody>
      </p:sp>
      <p:sp>
        <p:nvSpPr>
          <p:cNvPr id="5" name="Espaço Reservado para Data 4"/>
          <p:cNvSpPr>
            <a:spLocks noGrp="1"/>
          </p:cNvSpPr>
          <p:nvPr>
            <p:ph type="dt" sz="half" idx="10"/>
          </p:nvPr>
        </p:nvSpPr>
        <p:spPr>
          <a:xfrm>
            <a:off x="342900" y="8475134"/>
            <a:ext cx="1600200" cy="486833"/>
          </a:xfrm>
          <a:prstGeom prst="rect">
            <a:avLst/>
          </a:prstGeom>
        </p:spPr>
        <p:txBody>
          <a:bodyPr/>
          <a:lstStyle/>
          <a:p>
            <a:fld id="{E80D4772-CF04-4AF7-BBC8-03110B66CE92}" type="datetimeFigureOut">
              <a:rPr lang="en-US" smtClean="0"/>
            </a:fld>
            <a:endParaRPr lang="en-US" dirty="0"/>
          </a:p>
        </p:txBody>
      </p:sp>
      <p:sp>
        <p:nvSpPr>
          <p:cNvPr id="6" name="Espaço Reservado para Rodapé 5"/>
          <p:cNvSpPr>
            <a:spLocks noGrp="1"/>
          </p:cNvSpPr>
          <p:nvPr>
            <p:ph type="ftr" sz="quarter" idx="11"/>
          </p:nvPr>
        </p:nvSpPr>
        <p:spPr>
          <a:xfrm>
            <a:off x="2343150" y="8475134"/>
            <a:ext cx="2171700" cy="486833"/>
          </a:xfrm>
          <a:prstGeom prst="rect">
            <a:avLst/>
          </a:prstGeom>
        </p:spPr>
        <p:txBody>
          <a:bodyPr/>
          <a:lstStyle/>
          <a:p>
            <a:endParaRPr lang="en-US" dirty="0"/>
          </a:p>
        </p:txBody>
      </p:sp>
      <p:sp>
        <p:nvSpPr>
          <p:cNvPr id="7" name="Espaço Reservado para Número de Slide 6"/>
          <p:cNvSpPr>
            <a:spLocks noGrp="1"/>
          </p:cNvSpPr>
          <p:nvPr>
            <p:ph type="sldNum" sz="quarter" idx="12"/>
          </p:nvPr>
        </p:nvSpPr>
        <p:spPr>
          <a:xfrm>
            <a:off x="4914900" y="8475134"/>
            <a:ext cx="1600200" cy="486833"/>
          </a:xfrm>
          <a:prstGeom prst="rect">
            <a:avLst/>
          </a:prstGeom>
        </p:spPr>
        <p:txBody>
          <a:bodyPr/>
          <a:lstStyle/>
          <a:p>
            <a:fld id="{1DA6C975-AFFA-428C-901F-32A1BF5D986E}" type="slidenum">
              <a:rPr lang="en-US" smtClean="0"/>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1344216" y="6400800"/>
            <a:ext cx="4114800" cy="755651"/>
          </a:xfrm>
          <a:prstGeom prst="rect">
            <a:avLst/>
          </a:prstGeom>
        </p:spPr>
        <p:txBody>
          <a:bodyPr anchor="b"/>
          <a:lstStyle>
            <a:lvl1pPr algn="l">
              <a:defRPr sz="2000" b="1"/>
            </a:lvl1pPr>
          </a:lstStyle>
          <a:p>
            <a:r>
              <a:rPr lang="pt-BR"/>
              <a:t>Clique para editar o título mestre</a:t>
            </a:r>
            <a:endParaRPr lang="en-US"/>
          </a:p>
        </p:txBody>
      </p:sp>
      <p:sp>
        <p:nvSpPr>
          <p:cNvPr id="3" name="Espaço Reservado para Imagem 2"/>
          <p:cNvSpPr>
            <a:spLocks noGrp="1"/>
          </p:cNvSpPr>
          <p:nvPr>
            <p:ph type="pic" idx="1"/>
          </p:nvPr>
        </p:nvSpPr>
        <p:spPr>
          <a:xfrm>
            <a:off x="1344216" y="817033"/>
            <a:ext cx="41148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Espaço Reservado para Texto 3"/>
          <p:cNvSpPr>
            <a:spLocks noGrp="1"/>
          </p:cNvSpPr>
          <p:nvPr>
            <p:ph type="body" sz="half" idx="2" hasCustomPrompt="1"/>
          </p:nvPr>
        </p:nvSpPr>
        <p:spPr>
          <a:xfrm>
            <a:off x="1344216" y="7156451"/>
            <a:ext cx="4114800" cy="107314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 texto mestre</a:t>
            </a:r>
            <a:endParaRPr lang="pt-BR"/>
          </a:p>
        </p:txBody>
      </p:sp>
      <p:sp>
        <p:nvSpPr>
          <p:cNvPr id="5" name="Espaço Reservado para Data 4"/>
          <p:cNvSpPr>
            <a:spLocks noGrp="1"/>
          </p:cNvSpPr>
          <p:nvPr>
            <p:ph type="dt" sz="half" idx="10"/>
          </p:nvPr>
        </p:nvSpPr>
        <p:spPr>
          <a:xfrm>
            <a:off x="342900" y="8475134"/>
            <a:ext cx="1600200" cy="486833"/>
          </a:xfrm>
          <a:prstGeom prst="rect">
            <a:avLst/>
          </a:prstGeom>
        </p:spPr>
        <p:txBody>
          <a:bodyPr/>
          <a:lstStyle/>
          <a:p>
            <a:fld id="{E80D4772-CF04-4AF7-BBC8-03110B66CE92}" type="datetimeFigureOut">
              <a:rPr lang="en-US" smtClean="0"/>
            </a:fld>
            <a:endParaRPr lang="en-US" dirty="0"/>
          </a:p>
        </p:txBody>
      </p:sp>
      <p:sp>
        <p:nvSpPr>
          <p:cNvPr id="6" name="Espaço Reservado para Rodapé 5"/>
          <p:cNvSpPr>
            <a:spLocks noGrp="1"/>
          </p:cNvSpPr>
          <p:nvPr>
            <p:ph type="ftr" sz="quarter" idx="11"/>
          </p:nvPr>
        </p:nvSpPr>
        <p:spPr>
          <a:xfrm>
            <a:off x="2343150" y="8475134"/>
            <a:ext cx="2171700" cy="486833"/>
          </a:xfrm>
          <a:prstGeom prst="rect">
            <a:avLst/>
          </a:prstGeom>
        </p:spPr>
        <p:txBody>
          <a:bodyPr/>
          <a:lstStyle/>
          <a:p>
            <a:endParaRPr lang="en-US" dirty="0"/>
          </a:p>
        </p:txBody>
      </p:sp>
      <p:sp>
        <p:nvSpPr>
          <p:cNvPr id="7" name="Espaço Reservado para Número de Slide 6"/>
          <p:cNvSpPr>
            <a:spLocks noGrp="1"/>
          </p:cNvSpPr>
          <p:nvPr>
            <p:ph type="sldNum" sz="quarter" idx="12"/>
          </p:nvPr>
        </p:nvSpPr>
        <p:spPr>
          <a:xfrm>
            <a:off x="4914900" y="8475134"/>
            <a:ext cx="1600200" cy="486833"/>
          </a:xfrm>
          <a:prstGeom prst="rect">
            <a:avLst/>
          </a:prstGeom>
        </p:spPr>
        <p:txBody>
          <a:bodyPr/>
          <a:lstStyle/>
          <a:p>
            <a:fld id="{1DA6C975-AFFA-428C-901F-32A1BF5D986E}" type="slidenum">
              <a:rPr lang="en-US" smtClean="0"/>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a:xfrm>
            <a:off x="342900" y="366184"/>
            <a:ext cx="6172200" cy="1524000"/>
          </a:xfrm>
          <a:prstGeom prst="rect">
            <a:avLst/>
          </a:prstGeom>
        </p:spPr>
        <p:txBody>
          <a:bodyPr/>
          <a:lstStyle/>
          <a:p>
            <a:r>
              <a:rPr lang="pt-BR"/>
              <a:t>Clique para editar o título mestre</a:t>
            </a:r>
            <a:endParaRPr lang="en-US"/>
          </a:p>
        </p:txBody>
      </p:sp>
      <p:sp>
        <p:nvSpPr>
          <p:cNvPr id="3" name="Espaço Reservado para Texto Vertical 2"/>
          <p:cNvSpPr>
            <a:spLocks noGrp="1"/>
          </p:cNvSpPr>
          <p:nvPr>
            <p:ph type="body" orient="vert" idx="1" hasCustomPrompt="1"/>
          </p:nvPr>
        </p:nvSpPr>
        <p:spPr/>
        <p:txBody>
          <a:bodyPr vert="eaVert"/>
          <a:lstStyle/>
          <a:p>
            <a:pPr lvl="0"/>
            <a:r>
              <a:rPr lang="pt-BR"/>
              <a:t>Clique para editar o texto mestre</a:t>
            </a:r>
            <a:endParaRPr lang="pt-BR"/>
          </a:p>
          <a:p>
            <a:pPr lvl="1"/>
            <a:r>
              <a:rPr lang="pt-BR"/>
              <a:t>Segundo nível</a:t>
            </a:r>
            <a:endParaRPr lang="pt-BR"/>
          </a:p>
          <a:p>
            <a:pPr lvl="2"/>
            <a:r>
              <a:rPr lang="pt-BR"/>
              <a:t>Terceiro nível</a:t>
            </a:r>
            <a:endParaRPr lang="pt-BR"/>
          </a:p>
          <a:p>
            <a:pPr lvl="3"/>
            <a:r>
              <a:rPr lang="pt-BR"/>
              <a:t>Quarto nível</a:t>
            </a:r>
            <a:endParaRPr lang="pt-BR"/>
          </a:p>
          <a:p>
            <a:pPr lvl="4"/>
            <a:r>
              <a:rPr lang="pt-BR"/>
              <a:t>Quinto nível</a:t>
            </a:r>
            <a:endParaRPr lang="en-US"/>
          </a:p>
        </p:txBody>
      </p:sp>
      <p:sp>
        <p:nvSpPr>
          <p:cNvPr id="4" name="Espaço Reservado para Data 3"/>
          <p:cNvSpPr>
            <a:spLocks noGrp="1"/>
          </p:cNvSpPr>
          <p:nvPr>
            <p:ph type="dt" sz="half" idx="10"/>
          </p:nvPr>
        </p:nvSpPr>
        <p:spPr>
          <a:xfrm>
            <a:off x="342900" y="8475134"/>
            <a:ext cx="1600200" cy="486833"/>
          </a:xfrm>
          <a:prstGeom prst="rect">
            <a:avLst/>
          </a:prstGeom>
        </p:spPr>
        <p:txBody>
          <a:bodyPr/>
          <a:lstStyle/>
          <a:p>
            <a:fld id="{E80D4772-CF04-4AF7-BBC8-03110B66CE92}" type="datetimeFigureOut">
              <a:rPr lang="en-US" smtClean="0"/>
            </a:fld>
            <a:endParaRPr lang="en-US" dirty="0"/>
          </a:p>
        </p:txBody>
      </p:sp>
      <p:sp>
        <p:nvSpPr>
          <p:cNvPr id="5" name="Espaço Reservado para Rodapé 4"/>
          <p:cNvSpPr>
            <a:spLocks noGrp="1"/>
          </p:cNvSpPr>
          <p:nvPr>
            <p:ph type="ftr" sz="quarter" idx="11"/>
          </p:nvPr>
        </p:nvSpPr>
        <p:spPr>
          <a:xfrm>
            <a:off x="2343150" y="8475134"/>
            <a:ext cx="2171700" cy="486833"/>
          </a:xfrm>
          <a:prstGeom prst="rect">
            <a:avLst/>
          </a:prstGeom>
        </p:spPr>
        <p:txBody>
          <a:bodyPr/>
          <a:lstStyle/>
          <a:p>
            <a:endParaRPr lang="en-US" dirty="0"/>
          </a:p>
        </p:txBody>
      </p:sp>
      <p:sp>
        <p:nvSpPr>
          <p:cNvPr id="6" name="Espaço Reservado para Número de Slide 5"/>
          <p:cNvSpPr>
            <a:spLocks noGrp="1"/>
          </p:cNvSpPr>
          <p:nvPr>
            <p:ph type="sldNum" sz="quarter" idx="12"/>
          </p:nvPr>
        </p:nvSpPr>
        <p:spPr>
          <a:xfrm>
            <a:off x="4914900" y="8475134"/>
            <a:ext cx="1600200" cy="486833"/>
          </a:xfrm>
          <a:prstGeom prst="rect">
            <a:avLst/>
          </a:prstGeom>
        </p:spPr>
        <p:txBody>
          <a:bodyPr/>
          <a:lstStyle/>
          <a:p>
            <a:fld id="{1DA6C975-AFFA-428C-901F-32A1BF5D986E}" type="slidenum">
              <a:rPr lang="en-US" smtClean="0"/>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4972050" y="366185"/>
            <a:ext cx="1543050" cy="7802033"/>
          </a:xfrm>
          <a:prstGeom prst="rect">
            <a:avLst/>
          </a:prstGeom>
        </p:spPr>
        <p:txBody>
          <a:bodyPr vert="eaVert"/>
          <a:lstStyle/>
          <a:p>
            <a:r>
              <a:rPr lang="pt-BR"/>
              <a:t>Clique para editar o título mestre</a:t>
            </a:r>
            <a:endParaRPr lang="en-US"/>
          </a:p>
        </p:txBody>
      </p:sp>
      <p:sp>
        <p:nvSpPr>
          <p:cNvPr id="3" name="Espaço Reservado para Texto Vertical 2"/>
          <p:cNvSpPr>
            <a:spLocks noGrp="1"/>
          </p:cNvSpPr>
          <p:nvPr>
            <p:ph type="body" orient="vert" idx="1" hasCustomPrompt="1"/>
          </p:nvPr>
        </p:nvSpPr>
        <p:spPr>
          <a:xfrm>
            <a:off x="342900" y="366185"/>
            <a:ext cx="4514850" cy="7802033"/>
          </a:xfrm>
        </p:spPr>
        <p:txBody>
          <a:bodyPr vert="eaVert"/>
          <a:lstStyle/>
          <a:p>
            <a:pPr lvl="0"/>
            <a:r>
              <a:rPr lang="pt-BR"/>
              <a:t>Clique para editar o texto mestre</a:t>
            </a:r>
            <a:endParaRPr lang="pt-BR"/>
          </a:p>
          <a:p>
            <a:pPr lvl="1"/>
            <a:r>
              <a:rPr lang="pt-BR"/>
              <a:t>Segundo nível</a:t>
            </a:r>
            <a:endParaRPr lang="pt-BR"/>
          </a:p>
          <a:p>
            <a:pPr lvl="2"/>
            <a:r>
              <a:rPr lang="pt-BR"/>
              <a:t>Terceiro nível</a:t>
            </a:r>
            <a:endParaRPr lang="pt-BR"/>
          </a:p>
          <a:p>
            <a:pPr lvl="3"/>
            <a:r>
              <a:rPr lang="pt-BR"/>
              <a:t>Quarto nível</a:t>
            </a:r>
            <a:endParaRPr lang="pt-BR"/>
          </a:p>
          <a:p>
            <a:pPr lvl="4"/>
            <a:r>
              <a:rPr lang="pt-BR"/>
              <a:t>Quinto nível</a:t>
            </a:r>
            <a:endParaRPr lang="en-US"/>
          </a:p>
        </p:txBody>
      </p:sp>
      <p:sp>
        <p:nvSpPr>
          <p:cNvPr id="4" name="Espaço Reservado para Data 3"/>
          <p:cNvSpPr>
            <a:spLocks noGrp="1"/>
          </p:cNvSpPr>
          <p:nvPr>
            <p:ph type="dt" sz="half" idx="10"/>
          </p:nvPr>
        </p:nvSpPr>
        <p:spPr>
          <a:xfrm>
            <a:off x="342900" y="8475134"/>
            <a:ext cx="1600200" cy="486833"/>
          </a:xfrm>
          <a:prstGeom prst="rect">
            <a:avLst/>
          </a:prstGeom>
        </p:spPr>
        <p:txBody>
          <a:bodyPr/>
          <a:lstStyle/>
          <a:p>
            <a:fld id="{E80D4772-CF04-4AF7-BBC8-03110B66CE92}" type="datetimeFigureOut">
              <a:rPr lang="en-US" smtClean="0"/>
            </a:fld>
            <a:endParaRPr lang="en-US" dirty="0"/>
          </a:p>
        </p:txBody>
      </p:sp>
      <p:sp>
        <p:nvSpPr>
          <p:cNvPr id="5" name="Espaço Reservado para Rodapé 4"/>
          <p:cNvSpPr>
            <a:spLocks noGrp="1"/>
          </p:cNvSpPr>
          <p:nvPr>
            <p:ph type="ftr" sz="quarter" idx="11"/>
          </p:nvPr>
        </p:nvSpPr>
        <p:spPr>
          <a:xfrm>
            <a:off x="2343150" y="8475134"/>
            <a:ext cx="2171700" cy="486833"/>
          </a:xfrm>
          <a:prstGeom prst="rect">
            <a:avLst/>
          </a:prstGeom>
        </p:spPr>
        <p:txBody>
          <a:bodyPr/>
          <a:lstStyle/>
          <a:p>
            <a:endParaRPr lang="en-US" dirty="0"/>
          </a:p>
        </p:txBody>
      </p:sp>
      <p:sp>
        <p:nvSpPr>
          <p:cNvPr id="6" name="Espaço Reservado para Número de Slide 5"/>
          <p:cNvSpPr>
            <a:spLocks noGrp="1"/>
          </p:cNvSpPr>
          <p:nvPr>
            <p:ph type="sldNum" sz="quarter" idx="12"/>
          </p:nvPr>
        </p:nvSpPr>
        <p:spPr>
          <a:xfrm>
            <a:off x="4914900" y="8475134"/>
            <a:ext cx="1600200" cy="486833"/>
          </a:xfrm>
          <a:prstGeom prst="rect">
            <a:avLst/>
          </a:prstGeom>
        </p:spPr>
        <p:txBody>
          <a:bodyPr/>
          <a:lstStyle/>
          <a:p>
            <a:fld id="{1DA6C975-AFFA-428C-901F-32A1BF5D986E}" type="slidenum">
              <a:rPr lang="en-US" smtClean="0"/>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514350" y="2840038"/>
            <a:ext cx="5829300" cy="1960562"/>
          </a:xfrm>
        </p:spPr>
        <p:txBody>
          <a:bodyPr/>
          <a:lstStyle/>
          <a:p>
            <a:r>
              <a:rPr lang="pt-BR"/>
              <a:t>Clique para editar o título mestre</a:t>
            </a:r>
            <a:endParaRPr lang="en-US"/>
          </a:p>
        </p:txBody>
      </p:sp>
      <p:sp>
        <p:nvSpPr>
          <p:cNvPr id="3" name="Subtítulo 2"/>
          <p:cNvSpPr>
            <a:spLocks noGrp="1"/>
          </p:cNvSpPr>
          <p:nvPr>
            <p:ph type="subTitle" idx="1" hasCustomPrompt="1"/>
          </p:nvPr>
        </p:nvSpPr>
        <p:spPr>
          <a:xfrm>
            <a:off x="1028700" y="5181600"/>
            <a:ext cx="4800600" cy="23368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pt-BR"/>
              <a:t>Clique para editar o estilo do subtítulo mestre</a:t>
            </a:r>
            <a:endParaRPr lang="en-US"/>
          </a:p>
        </p:txBody>
      </p:sp>
      <p:sp>
        <p:nvSpPr>
          <p:cNvPr id="4" name="Espaço Reservado para Data 3"/>
          <p:cNvSpPr>
            <a:spLocks noGrp="1"/>
          </p:cNvSpPr>
          <p:nvPr>
            <p:ph type="dt" sz="half" idx="10"/>
          </p:nvPr>
        </p:nvSpPr>
        <p:spPr/>
        <p:txBody>
          <a:bodyPr/>
          <a:lstStyle/>
          <a:p>
            <a:fld id="{254D26A4-2BCA-47CE-8249-4856479AAA98}" type="datetimeFigureOut">
              <a:rPr lang="en-US" smtClean="0"/>
            </a:fld>
            <a:endParaRPr lang="en-US" dirty="0"/>
          </a:p>
        </p:txBody>
      </p:sp>
      <p:sp>
        <p:nvSpPr>
          <p:cNvPr id="5" name="Espaço Reservado para Rodapé 4"/>
          <p:cNvSpPr>
            <a:spLocks noGrp="1"/>
          </p:cNvSpPr>
          <p:nvPr>
            <p:ph type="ftr" sz="quarter" idx="11"/>
          </p:nvPr>
        </p:nvSpPr>
        <p:spPr/>
        <p:txBody>
          <a:bodyPr/>
          <a:lstStyle/>
          <a:p>
            <a:endParaRPr lang="en-US" dirty="0"/>
          </a:p>
        </p:txBody>
      </p:sp>
      <p:sp>
        <p:nvSpPr>
          <p:cNvPr id="6" name="Espaço Reservado para Número de Slide 5"/>
          <p:cNvSpPr>
            <a:spLocks noGrp="1"/>
          </p:cNvSpPr>
          <p:nvPr>
            <p:ph type="sldNum" sz="quarter" idx="12"/>
          </p:nvPr>
        </p:nvSpPr>
        <p:spPr/>
        <p:txBody>
          <a:bodyPr/>
          <a:lstStyle/>
          <a:p>
            <a:fld id="{B46DDC54-1274-46EC-ACA6-7EEA034933A3}" type="slidenum">
              <a:rPr lang="en-US" smtClean="0"/>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endParaRPr lang="en-US"/>
          </a:p>
        </p:txBody>
      </p:sp>
      <p:sp>
        <p:nvSpPr>
          <p:cNvPr id="3" name="Espaço Reservado para Conteúdo 2"/>
          <p:cNvSpPr>
            <a:spLocks noGrp="1"/>
          </p:cNvSpPr>
          <p:nvPr>
            <p:ph idx="1" hasCustomPrompt="1"/>
          </p:nvPr>
        </p:nvSpPr>
        <p:spPr/>
        <p:txBody>
          <a:bodyPr/>
          <a:lstStyle/>
          <a:p>
            <a:pPr lvl="0"/>
            <a:r>
              <a:rPr lang="pt-BR"/>
              <a:t>Clique para editar o texto mestre</a:t>
            </a:r>
            <a:endParaRPr lang="pt-BR"/>
          </a:p>
          <a:p>
            <a:pPr lvl="1"/>
            <a:r>
              <a:rPr lang="pt-BR"/>
              <a:t>Segundo nível</a:t>
            </a:r>
            <a:endParaRPr lang="pt-BR"/>
          </a:p>
          <a:p>
            <a:pPr lvl="2"/>
            <a:r>
              <a:rPr lang="pt-BR"/>
              <a:t>Terceiro nível</a:t>
            </a:r>
            <a:endParaRPr lang="pt-BR"/>
          </a:p>
          <a:p>
            <a:pPr lvl="3"/>
            <a:r>
              <a:rPr lang="pt-BR"/>
              <a:t>Quarto nível</a:t>
            </a:r>
            <a:endParaRPr lang="pt-BR"/>
          </a:p>
          <a:p>
            <a:pPr lvl="4"/>
            <a:r>
              <a:rPr lang="pt-BR"/>
              <a:t>Quinto nível</a:t>
            </a:r>
            <a:endParaRPr lang="en-US"/>
          </a:p>
        </p:txBody>
      </p:sp>
      <p:sp>
        <p:nvSpPr>
          <p:cNvPr id="4" name="Espaço Reservado para Data 3"/>
          <p:cNvSpPr>
            <a:spLocks noGrp="1"/>
          </p:cNvSpPr>
          <p:nvPr>
            <p:ph type="dt" sz="half" idx="10"/>
          </p:nvPr>
        </p:nvSpPr>
        <p:spPr/>
        <p:txBody>
          <a:bodyPr/>
          <a:lstStyle/>
          <a:p>
            <a:fld id="{254D26A4-2BCA-47CE-8249-4856479AAA98}" type="datetimeFigureOut">
              <a:rPr lang="en-US" smtClean="0"/>
            </a:fld>
            <a:endParaRPr lang="en-US" dirty="0"/>
          </a:p>
        </p:txBody>
      </p:sp>
      <p:sp>
        <p:nvSpPr>
          <p:cNvPr id="5" name="Espaço Reservado para Rodapé 4"/>
          <p:cNvSpPr>
            <a:spLocks noGrp="1"/>
          </p:cNvSpPr>
          <p:nvPr>
            <p:ph type="ftr" sz="quarter" idx="11"/>
          </p:nvPr>
        </p:nvSpPr>
        <p:spPr/>
        <p:txBody>
          <a:bodyPr/>
          <a:lstStyle/>
          <a:p>
            <a:endParaRPr lang="en-US" dirty="0"/>
          </a:p>
        </p:txBody>
      </p:sp>
      <p:sp>
        <p:nvSpPr>
          <p:cNvPr id="6" name="Espaço Reservado para Número de Slide 5"/>
          <p:cNvSpPr>
            <a:spLocks noGrp="1"/>
          </p:cNvSpPr>
          <p:nvPr>
            <p:ph type="sldNum" sz="quarter" idx="12"/>
          </p:nvPr>
        </p:nvSpPr>
        <p:spPr/>
        <p:txBody>
          <a:bodyPr/>
          <a:lstStyle/>
          <a:p>
            <a:fld id="{B46DDC54-1274-46EC-ACA6-7EEA034933A3}" type="slidenum">
              <a:rPr lang="en-US" smtClean="0"/>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541338" y="5875338"/>
            <a:ext cx="5829300" cy="1816100"/>
          </a:xfrm>
        </p:spPr>
        <p:txBody>
          <a:bodyPr anchor="t"/>
          <a:lstStyle>
            <a:lvl1pPr algn="l">
              <a:defRPr sz="4000" b="1" cap="all"/>
            </a:lvl1pPr>
          </a:lstStyle>
          <a:p>
            <a:r>
              <a:rPr lang="pt-BR"/>
              <a:t>Clique para editar o título mestre</a:t>
            </a:r>
            <a:endParaRPr lang="en-US"/>
          </a:p>
        </p:txBody>
      </p:sp>
      <p:sp>
        <p:nvSpPr>
          <p:cNvPr id="3" name="Espaço Reservado para Texto 2"/>
          <p:cNvSpPr>
            <a:spLocks noGrp="1"/>
          </p:cNvSpPr>
          <p:nvPr>
            <p:ph type="body" idx="1" hasCustomPrompt="1"/>
          </p:nvPr>
        </p:nvSpPr>
        <p:spPr>
          <a:xfrm>
            <a:off x="541338" y="3875088"/>
            <a:ext cx="5829300" cy="200025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pt-BR"/>
              <a:t>Clique para editar o texto mestre</a:t>
            </a:r>
            <a:endParaRPr lang="pt-BR"/>
          </a:p>
        </p:txBody>
      </p:sp>
      <p:sp>
        <p:nvSpPr>
          <p:cNvPr id="4" name="Espaço Reservado para Data 3"/>
          <p:cNvSpPr>
            <a:spLocks noGrp="1"/>
          </p:cNvSpPr>
          <p:nvPr>
            <p:ph type="dt" sz="half" idx="10"/>
          </p:nvPr>
        </p:nvSpPr>
        <p:spPr/>
        <p:txBody>
          <a:bodyPr/>
          <a:lstStyle/>
          <a:p>
            <a:fld id="{254D26A4-2BCA-47CE-8249-4856479AAA98}" type="datetimeFigureOut">
              <a:rPr lang="en-US" smtClean="0"/>
            </a:fld>
            <a:endParaRPr lang="en-US" dirty="0"/>
          </a:p>
        </p:txBody>
      </p:sp>
      <p:sp>
        <p:nvSpPr>
          <p:cNvPr id="5" name="Espaço Reservado para Rodapé 4"/>
          <p:cNvSpPr>
            <a:spLocks noGrp="1"/>
          </p:cNvSpPr>
          <p:nvPr>
            <p:ph type="ftr" sz="quarter" idx="11"/>
          </p:nvPr>
        </p:nvSpPr>
        <p:spPr/>
        <p:txBody>
          <a:bodyPr/>
          <a:lstStyle/>
          <a:p>
            <a:endParaRPr lang="en-US" dirty="0"/>
          </a:p>
        </p:txBody>
      </p:sp>
      <p:sp>
        <p:nvSpPr>
          <p:cNvPr id="6" name="Espaço Reservado para Número de Slide 5"/>
          <p:cNvSpPr>
            <a:spLocks noGrp="1"/>
          </p:cNvSpPr>
          <p:nvPr>
            <p:ph type="sldNum" sz="quarter" idx="12"/>
          </p:nvPr>
        </p:nvSpPr>
        <p:spPr/>
        <p:txBody>
          <a:bodyPr/>
          <a:lstStyle/>
          <a:p>
            <a:fld id="{B46DDC54-1274-46EC-ACA6-7EEA034933A3}" type="slidenum">
              <a:rPr lang="en-US" smtClean="0"/>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endParaRPr lang="en-US"/>
          </a:p>
        </p:txBody>
      </p:sp>
      <p:sp>
        <p:nvSpPr>
          <p:cNvPr id="3" name="Espaço Reservado para Conteúdo 2"/>
          <p:cNvSpPr>
            <a:spLocks noGrp="1"/>
          </p:cNvSpPr>
          <p:nvPr>
            <p:ph sz="half" idx="1" hasCustomPrompt="1"/>
          </p:nvPr>
        </p:nvSpPr>
        <p:spPr>
          <a:xfrm>
            <a:off x="342900" y="2133600"/>
            <a:ext cx="3009900" cy="60340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a:t>Clique para editar o texto mestre</a:t>
            </a:r>
            <a:endParaRPr lang="pt-BR"/>
          </a:p>
          <a:p>
            <a:pPr lvl="1"/>
            <a:r>
              <a:rPr lang="pt-BR"/>
              <a:t>Segundo nível</a:t>
            </a:r>
            <a:endParaRPr lang="pt-BR"/>
          </a:p>
          <a:p>
            <a:pPr lvl="2"/>
            <a:r>
              <a:rPr lang="pt-BR"/>
              <a:t>Terceiro nível</a:t>
            </a:r>
            <a:endParaRPr lang="pt-BR"/>
          </a:p>
          <a:p>
            <a:pPr lvl="3"/>
            <a:r>
              <a:rPr lang="pt-BR"/>
              <a:t>Quarto nível</a:t>
            </a:r>
            <a:endParaRPr lang="pt-BR"/>
          </a:p>
          <a:p>
            <a:pPr lvl="4"/>
            <a:r>
              <a:rPr lang="pt-BR"/>
              <a:t>Quinto nível</a:t>
            </a:r>
            <a:endParaRPr lang="en-US"/>
          </a:p>
        </p:txBody>
      </p:sp>
      <p:sp>
        <p:nvSpPr>
          <p:cNvPr id="4" name="Espaço Reservado para Conteúdo 3"/>
          <p:cNvSpPr>
            <a:spLocks noGrp="1"/>
          </p:cNvSpPr>
          <p:nvPr>
            <p:ph sz="half" idx="2" hasCustomPrompt="1"/>
          </p:nvPr>
        </p:nvSpPr>
        <p:spPr>
          <a:xfrm>
            <a:off x="3505200" y="2133600"/>
            <a:ext cx="3009900" cy="60340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pt-BR"/>
              <a:t>Clique para editar o texto mestre</a:t>
            </a:r>
            <a:endParaRPr lang="pt-BR"/>
          </a:p>
          <a:p>
            <a:pPr lvl="1"/>
            <a:r>
              <a:rPr lang="pt-BR"/>
              <a:t>Segundo nível</a:t>
            </a:r>
            <a:endParaRPr lang="pt-BR"/>
          </a:p>
          <a:p>
            <a:pPr lvl="2"/>
            <a:r>
              <a:rPr lang="pt-BR"/>
              <a:t>Terceiro nível</a:t>
            </a:r>
            <a:endParaRPr lang="pt-BR"/>
          </a:p>
          <a:p>
            <a:pPr lvl="3"/>
            <a:r>
              <a:rPr lang="pt-BR"/>
              <a:t>Quarto nível</a:t>
            </a:r>
            <a:endParaRPr lang="pt-BR"/>
          </a:p>
          <a:p>
            <a:pPr lvl="4"/>
            <a:r>
              <a:rPr lang="pt-BR"/>
              <a:t>Quinto nível</a:t>
            </a:r>
            <a:endParaRPr lang="en-US"/>
          </a:p>
        </p:txBody>
      </p:sp>
      <p:sp>
        <p:nvSpPr>
          <p:cNvPr id="5" name="Espaço Reservado para Data 4"/>
          <p:cNvSpPr>
            <a:spLocks noGrp="1"/>
          </p:cNvSpPr>
          <p:nvPr>
            <p:ph type="dt" sz="half" idx="10"/>
          </p:nvPr>
        </p:nvSpPr>
        <p:spPr/>
        <p:txBody>
          <a:bodyPr/>
          <a:lstStyle/>
          <a:p>
            <a:fld id="{254D26A4-2BCA-47CE-8249-4856479AAA98}" type="datetimeFigureOut">
              <a:rPr lang="en-US" smtClean="0"/>
            </a:fld>
            <a:endParaRPr lang="en-US" dirty="0"/>
          </a:p>
        </p:txBody>
      </p:sp>
      <p:sp>
        <p:nvSpPr>
          <p:cNvPr id="6" name="Espaço Reservado para Rodapé 5"/>
          <p:cNvSpPr>
            <a:spLocks noGrp="1"/>
          </p:cNvSpPr>
          <p:nvPr>
            <p:ph type="ftr" sz="quarter" idx="11"/>
          </p:nvPr>
        </p:nvSpPr>
        <p:spPr/>
        <p:txBody>
          <a:bodyPr/>
          <a:lstStyle/>
          <a:p>
            <a:endParaRPr lang="en-US" dirty="0"/>
          </a:p>
        </p:txBody>
      </p:sp>
      <p:sp>
        <p:nvSpPr>
          <p:cNvPr id="7" name="Espaço Reservado para Número de Slide 6"/>
          <p:cNvSpPr>
            <a:spLocks noGrp="1"/>
          </p:cNvSpPr>
          <p:nvPr>
            <p:ph type="sldNum" sz="quarter" idx="12"/>
          </p:nvPr>
        </p:nvSpPr>
        <p:spPr/>
        <p:txBody>
          <a:bodyPr/>
          <a:lstStyle/>
          <a:p>
            <a:fld id="{B46DDC54-1274-46EC-ACA6-7EEA034933A3}" type="slidenum">
              <a:rPr lang="en-US" smtClean="0"/>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lvl1pPr>
          </a:lstStyle>
          <a:p>
            <a:r>
              <a:rPr lang="pt-BR"/>
              <a:t>Clique para editar o título mestre</a:t>
            </a:r>
            <a:endParaRPr lang="en-US"/>
          </a:p>
        </p:txBody>
      </p:sp>
      <p:sp>
        <p:nvSpPr>
          <p:cNvPr id="3" name="Espaço Reservado para Texto 2"/>
          <p:cNvSpPr>
            <a:spLocks noGrp="1"/>
          </p:cNvSpPr>
          <p:nvPr>
            <p:ph type="body" idx="1" hasCustomPrompt="1"/>
          </p:nvPr>
        </p:nvSpPr>
        <p:spPr>
          <a:xfrm>
            <a:off x="342900" y="2046288"/>
            <a:ext cx="3030538" cy="8540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endParaRPr lang="pt-BR"/>
          </a:p>
        </p:txBody>
      </p:sp>
      <p:sp>
        <p:nvSpPr>
          <p:cNvPr id="4" name="Espaço Reservado para Conteúdo 3"/>
          <p:cNvSpPr>
            <a:spLocks noGrp="1"/>
          </p:cNvSpPr>
          <p:nvPr>
            <p:ph sz="half" idx="2" hasCustomPrompt="1"/>
          </p:nvPr>
        </p:nvSpPr>
        <p:spPr>
          <a:xfrm>
            <a:off x="342900" y="2900363"/>
            <a:ext cx="3030538" cy="52673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a:t>Clique para editar o texto mestre</a:t>
            </a:r>
            <a:endParaRPr lang="pt-BR"/>
          </a:p>
          <a:p>
            <a:pPr lvl="1"/>
            <a:r>
              <a:rPr lang="pt-BR"/>
              <a:t>Segundo nível</a:t>
            </a:r>
            <a:endParaRPr lang="pt-BR"/>
          </a:p>
          <a:p>
            <a:pPr lvl="2"/>
            <a:r>
              <a:rPr lang="pt-BR"/>
              <a:t>Terceiro nível</a:t>
            </a:r>
            <a:endParaRPr lang="pt-BR"/>
          </a:p>
          <a:p>
            <a:pPr lvl="3"/>
            <a:r>
              <a:rPr lang="pt-BR"/>
              <a:t>Quarto nível</a:t>
            </a:r>
            <a:endParaRPr lang="pt-BR"/>
          </a:p>
          <a:p>
            <a:pPr lvl="4"/>
            <a:r>
              <a:rPr lang="pt-BR"/>
              <a:t>Quinto nível</a:t>
            </a:r>
            <a:endParaRPr lang="en-US"/>
          </a:p>
        </p:txBody>
      </p:sp>
      <p:sp>
        <p:nvSpPr>
          <p:cNvPr id="5" name="Espaço Reservado para Texto 4"/>
          <p:cNvSpPr>
            <a:spLocks noGrp="1"/>
          </p:cNvSpPr>
          <p:nvPr>
            <p:ph type="body" sz="quarter" idx="3" hasCustomPrompt="1"/>
          </p:nvPr>
        </p:nvSpPr>
        <p:spPr>
          <a:xfrm>
            <a:off x="3484563" y="2046288"/>
            <a:ext cx="3030537" cy="85407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 texto mestre</a:t>
            </a:r>
            <a:endParaRPr lang="pt-BR"/>
          </a:p>
        </p:txBody>
      </p:sp>
      <p:sp>
        <p:nvSpPr>
          <p:cNvPr id="6" name="Espaço Reservado para Conteúdo 5"/>
          <p:cNvSpPr>
            <a:spLocks noGrp="1"/>
          </p:cNvSpPr>
          <p:nvPr>
            <p:ph sz="quarter" idx="4" hasCustomPrompt="1"/>
          </p:nvPr>
        </p:nvSpPr>
        <p:spPr>
          <a:xfrm>
            <a:off x="3484563" y="2900363"/>
            <a:ext cx="3030537" cy="52673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pt-BR"/>
              <a:t>Clique para editar o texto mestre</a:t>
            </a:r>
            <a:endParaRPr lang="pt-BR"/>
          </a:p>
          <a:p>
            <a:pPr lvl="1"/>
            <a:r>
              <a:rPr lang="pt-BR"/>
              <a:t>Segundo nível</a:t>
            </a:r>
            <a:endParaRPr lang="pt-BR"/>
          </a:p>
          <a:p>
            <a:pPr lvl="2"/>
            <a:r>
              <a:rPr lang="pt-BR"/>
              <a:t>Terceiro nível</a:t>
            </a:r>
            <a:endParaRPr lang="pt-BR"/>
          </a:p>
          <a:p>
            <a:pPr lvl="3"/>
            <a:r>
              <a:rPr lang="pt-BR"/>
              <a:t>Quarto nível</a:t>
            </a:r>
            <a:endParaRPr lang="pt-BR"/>
          </a:p>
          <a:p>
            <a:pPr lvl="4"/>
            <a:r>
              <a:rPr lang="pt-BR"/>
              <a:t>Quinto nível</a:t>
            </a:r>
            <a:endParaRPr lang="en-US"/>
          </a:p>
        </p:txBody>
      </p:sp>
      <p:sp>
        <p:nvSpPr>
          <p:cNvPr id="7" name="Espaço Reservado para Data 6"/>
          <p:cNvSpPr>
            <a:spLocks noGrp="1"/>
          </p:cNvSpPr>
          <p:nvPr>
            <p:ph type="dt" sz="half" idx="10"/>
          </p:nvPr>
        </p:nvSpPr>
        <p:spPr/>
        <p:txBody>
          <a:bodyPr/>
          <a:lstStyle/>
          <a:p>
            <a:fld id="{254D26A4-2BCA-47CE-8249-4856479AAA98}" type="datetimeFigureOut">
              <a:rPr lang="en-US" smtClean="0"/>
            </a:fld>
            <a:endParaRPr lang="en-US" dirty="0"/>
          </a:p>
        </p:txBody>
      </p:sp>
      <p:sp>
        <p:nvSpPr>
          <p:cNvPr id="8" name="Espaço Reservado para Rodapé 7"/>
          <p:cNvSpPr>
            <a:spLocks noGrp="1"/>
          </p:cNvSpPr>
          <p:nvPr>
            <p:ph type="ftr" sz="quarter" idx="11"/>
          </p:nvPr>
        </p:nvSpPr>
        <p:spPr/>
        <p:txBody>
          <a:bodyPr/>
          <a:lstStyle/>
          <a:p>
            <a:endParaRPr lang="en-US" dirty="0"/>
          </a:p>
        </p:txBody>
      </p:sp>
      <p:sp>
        <p:nvSpPr>
          <p:cNvPr id="9" name="Espaço Reservado para Número de Slide 8"/>
          <p:cNvSpPr>
            <a:spLocks noGrp="1"/>
          </p:cNvSpPr>
          <p:nvPr>
            <p:ph type="sldNum" sz="quarter" idx="12"/>
          </p:nvPr>
        </p:nvSpPr>
        <p:spPr/>
        <p:txBody>
          <a:bodyPr/>
          <a:lstStyle/>
          <a:p>
            <a:fld id="{B46DDC54-1274-46EC-ACA6-7EEA034933A3}" type="slidenum">
              <a:rPr lang="en-US" smtClean="0"/>
            </a:fld>
            <a:endParaRPr lang="en-US"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endParaRPr lang="en-US"/>
          </a:p>
        </p:txBody>
      </p:sp>
      <p:sp>
        <p:nvSpPr>
          <p:cNvPr id="3" name="Espaço Reservado para Data 2"/>
          <p:cNvSpPr>
            <a:spLocks noGrp="1"/>
          </p:cNvSpPr>
          <p:nvPr>
            <p:ph type="dt" sz="half" idx="10"/>
          </p:nvPr>
        </p:nvSpPr>
        <p:spPr/>
        <p:txBody>
          <a:bodyPr/>
          <a:lstStyle/>
          <a:p>
            <a:fld id="{254D26A4-2BCA-47CE-8249-4856479AAA98}" type="datetimeFigureOut">
              <a:rPr lang="en-US" smtClean="0"/>
            </a:fld>
            <a:endParaRPr lang="en-US" dirty="0"/>
          </a:p>
        </p:txBody>
      </p:sp>
      <p:sp>
        <p:nvSpPr>
          <p:cNvPr id="4" name="Espaço Reservado para Rodapé 3"/>
          <p:cNvSpPr>
            <a:spLocks noGrp="1"/>
          </p:cNvSpPr>
          <p:nvPr>
            <p:ph type="ftr" sz="quarter" idx="11"/>
          </p:nvPr>
        </p:nvSpPr>
        <p:spPr/>
        <p:txBody>
          <a:bodyPr/>
          <a:lstStyle/>
          <a:p>
            <a:endParaRPr lang="en-US" dirty="0"/>
          </a:p>
        </p:txBody>
      </p:sp>
      <p:sp>
        <p:nvSpPr>
          <p:cNvPr id="5" name="Espaço Reservado para Número de Slide 4"/>
          <p:cNvSpPr>
            <a:spLocks noGrp="1"/>
          </p:cNvSpPr>
          <p:nvPr>
            <p:ph type="sldNum" sz="quarter" idx="12"/>
          </p:nvPr>
        </p:nvSpPr>
        <p:spPr/>
        <p:txBody>
          <a:bodyPr/>
          <a:lstStyle/>
          <a:p>
            <a:fld id="{B46DDC54-1274-46EC-ACA6-7EEA034933A3}" type="slidenum">
              <a:rPr lang="en-US" smtClean="0"/>
            </a:fld>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254D26A4-2BCA-47CE-8249-4856479AAA98}" type="datetimeFigureOut">
              <a:rPr lang="en-US" smtClean="0"/>
            </a:fld>
            <a:endParaRPr lang="en-US" dirty="0"/>
          </a:p>
        </p:txBody>
      </p:sp>
      <p:sp>
        <p:nvSpPr>
          <p:cNvPr id="3" name="Espaço Reservado para Rodapé 2"/>
          <p:cNvSpPr>
            <a:spLocks noGrp="1"/>
          </p:cNvSpPr>
          <p:nvPr>
            <p:ph type="ftr" sz="quarter" idx="11"/>
          </p:nvPr>
        </p:nvSpPr>
        <p:spPr/>
        <p:txBody>
          <a:bodyPr/>
          <a:lstStyle/>
          <a:p>
            <a:endParaRPr lang="en-US" dirty="0"/>
          </a:p>
        </p:txBody>
      </p:sp>
      <p:sp>
        <p:nvSpPr>
          <p:cNvPr id="4" name="Espaço Reservado para Número de Slide 3"/>
          <p:cNvSpPr>
            <a:spLocks noGrp="1"/>
          </p:cNvSpPr>
          <p:nvPr>
            <p:ph type="sldNum" sz="quarter" idx="12"/>
          </p:nvPr>
        </p:nvSpPr>
        <p:spPr/>
        <p:txBody>
          <a:bodyPr/>
          <a:lstStyle/>
          <a:p>
            <a:fld id="{B46DDC54-1274-46EC-ACA6-7EEA034933A3}" type="slidenum">
              <a:rPr lang="en-US" smtClean="0"/>
            </a:fld>
            <a:endParaRPr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342900" y="363538"/>
            <a:ext cx="2255838" cy="1549400"/>
          </a:xfrm>
        </p:spPr>
        <p:txBody>
          <a:bodyPr anchor="b"/>
          <a:lstStyle>
            <a:lvl1pPr algn="l">
              <a:defRPr sz="2000" b="1"/>
            </a:lvl1pPr>
          </a:lstStyle>
          <a:p>
            <a:r>
              <a:rPr lang="pt-BR"/>
              <a:t>Clique para editar o título mestre</a:t>
            </a:r>
            <a:endParaRPr lang="en-US"/>
          </a:p>
        </p:txBody>
      </p:sp>
      <p:sp>
        <p:nvSpPr>
          <p:cNvPr id="3" name="Espaço Reservado para Conteúdo 2"/>
          <p:cNvSpPr>
            <a:spLocks noGrp="1"/>
          </p:cNvSpPr>
          <p:nvPr>
            <p:ph idx="1" hasCustomPrompt="1"/>
          </p:nvPr>
        </p:nvSpPr>
        <p:spPr>
          <a:xfrm>
            <a:off x="2681288" y="363538"/>
            <a:ext cx="3833812" cy="78041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 texto mestre</a:t>
            </a:r>
            <a:endParaRPr lang="pt-BR"/>
          </a:p>
          <a:p>
            <a:pPr lvl="1"/>
            <a:r>
              <a:rPr lang="pt-BR"/>
              <a:t>Segundo nível</a:t>
            </a:r>
            <a:endParaRPr lang="pt-BR"/>
          </a:p>
          <a:p>
            <a:pPr lvl="2"/>
            <a:r>
              <a:rPr lang="pt-BR"/>
              <a:t>Terceiro nível</a:t>
            </a:r>
            <a:endParaRPr lang="pt-BR"/>
          </a:p>
          <a:p>
            <a:pPr lvl="3"/>
            <a:r>
              <a:rPr lang="pt-BR"/>
              <a:t>Quarto nível</a:t>
            </a:r>
            <a:endParaRPr lang="pt-BR"/>
          </a:p>
          <a:p>
            <a:pPr lvl="4"/>
            <a:r>
              <a:rPr lang="pt-BR"/>
              <a:t>Quinto nível</a:t>
            </a:r>
            <a:endParaRPr lang="en-US"/>
          </a:p>
        </p:txBody>
      </p:sp>
      <p:sp>
        <p:nvSpPr>
          <p:cNvPr id="4" name="Espaço Reservado para Texto 3"/>
          <p:cNvSpPr>
            <a:spLocks noGrp="1"/>
          </p:cNvSpPr>
          <p:nvPr>
            <p:ph type="body" sz="half" idx="2" hasCustomPrompt="1"/>
          </p:nvPr>
        </p:nvSpPr>
        <p:spPr>
          <a:xfrm>
            <a:off x="342900" y="1912938"/>
            <a:ext cx="2255838" cy="62547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 texto mestre</a:t>
            </a:r>
            <a:endParaRPr lang="pt-BR"/>
          </a:p>
        </p:txBody>
      </p:sp>
      <p:sp>
        <p:nvSpPr>
          <p:cNvPr id="5" name="Espaço Reservado para Data 4"/>
          <p:cNvSpPr>
            <a:spLocks noGrp="1"/>
          </p:cNvSpPr>
          <p:nvPr>
            <p:ph type="dt" sz="half" idx="10"/>
          </p:nvPr>
        </p:nvSpPr>
        <p:spPr/>
        <p:txBody>
          <a:bodyPr/>
          <a:lstStyle/>
          <a:p>
            <a:fld id="{254D26A4-2BCA-47CE-8249-4856479AAA98}" type="datetimeFigureOut">
              <a:rPr lang="en-US" smtClean="0"/>
            </a:fld>
            <a:endParaRPr lang="en-US" dirty="0"/>
          </a:p>
        </p:txBody>
      </p:sp>
      <p:sp>
        <p:nvSpPr>
          <p:cNvPr id="6" name="Espaço Reservado para Rodapé 5"/>
          <p:cNvSpPr>
            <a:spLocks noGrp="1"/>
          </p:cNvSpPr>
          <p:nvPr>
            <p:ph type="ftr" sz="quarter" idx="11"/>
          </p:nvPr>
        </p:nvSpPr>
        <p:spPr/>
        <p:txBody>
          <a:bodyPr/>
          <a:lstStyle/>
          <a:p>
            <a:endParaRPr lang="en-US" dirty="0"/>
          </a:p>
        </p:txBody>
      </p:sp>
      <p:sp>
        <p:nvSpPr>
          <p:cNvPr id="7" name="Espaço Reservado para Número de Slide 6"/>
          <p:cNvSpPr>
            <a:spLocks noGrp="1"/>
          </p:cNvSpPr>
          <p:nvPr>
            <p:ph type="sldNum" sz="quarter" idx="12"/>
          </p:nvPr>
        </p:nvSpPr>
        <p:spPr/>
        <p:txBody>
          <a:bodyPr/>
          <a:lstStyle/>
          <a:p>
            <a:fld id="{B46DDC54-1274-46EC-ACA6-7EEA034933A3}" type="slidenum">
              <a:rPr lang="en-US" smtClean="0"/>
            </a:fld>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1344613" y="6400800"/>
            <a:ext cx="4114800" cy="755650"/>
          </a:xfrm>
        </p:spPr>
        <p:txBody>
          <a:bodyPr anchor="b"/>
          <a:lstStyle>
            <a:lvl1pPr algn="l">
              <a:defRPr sz="2000" b="1"/>
            </a:lvl1pPr>
          </a:lstStyle>
          <a:p>
            <a:r>
              <a:rPr lang="pt-BR"/>
              <a:t>Clique para editar o título mestre</a:t>
            </a:r>
            <a:endParaRPr lang="en-US"/>
          </a:p>
        </p:txBody>
      </p:sp>
      <p:sp>
        <p:nvSpPr>
          <p:cNvPr id="3" name="Espaço Reservado para Imagem 2"/>
          <p:cNvSpPr>
            <a:spLocks noGrp="1"/>
          </p:cNvSpPr>
          <p:nvPr>
            <p:ph type="pic" idx="1"/>
          </p:nvPr>
        </p:nvSpPr>
        <p:spPr>
          <a:xfrm>
            <a:off x="1344613" y="817563"/>
            <a:ext cx="41148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Espaço Reservado para Texto 3"/>
          <p:cNvSpPr>
            <a:spLocks noGrp="1"/>
          </p:cNvSpPr>
          <p:nvPr>
            <p:ph type="body" sz="half" idx="2" hasCustomPrompt="1"/>
          </p:nvPr>
        </p:nvSpPr>
        <p:spPr>
          <a:xfrm>
            <a:off x="1344613" y="7156450"/>
            <a:ext cx="4114800" cy="107315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pt-BR"/>
              <a:t>Clique para editar o texto mestre</a:t>
            </a:r>
            <a:endParaRPr lang="pt-BR"/>
          </a:p>
        </p:txBody>
      </p:sp>
      <p:sp>
        <p:nvSpPr>
          <p:cNvPr id="5" name="Espaço Reservado para Data 4"/>
          <p:cNvSpPr>
            <a:spLocks noGrp="1"/>
          </p:cNvSpPr>
          <p:nvPr>
            <p:ph type="dt" sz="half" idx="10"/>
          </p:nvPr>
        </p:nvSpPr>
        <p:spPr/>
        <p:txBody>
          <a:bodyPr/>
          <a:lstStyle/>
          <a:p>
            <a:fld id="{254D26A4-2BCA-47CE-8249-4856479AAA98}" type="datetimeFigureOut">
              <a:rPr lang="en-US" smtClean="0"/>
            </a:fld>
            <a:endParaRPr lang="en-US" dirty="0"/>
          </a:p>
        </p:txBody>
      </p:sp>
      <p:sp>
        <p:nvSpPr>
          <p:cNvPr id="6" name="Espaço Reservado para Rodapé 5"/>
          <p:cNvSpPr>
            <a:spLocks noGrp="1"/>
          </p:cNvSpPr>
          <p:nvPr>
            <p:ph type="ftr" sz="quarter" idx="11"/>
          </p:nvPr>
        </p:nvSpPr>
        <p:spPr/>
        <p:txBody>
          <a:bodyPr/>
          <a:lstStyle/>
          <a:p>
            <a:endParaRPr lang="en-US" dirty="0"/>
          </a:p>
        </p:txBody>
      </p:sp>
      <p:sp>
        <p:nvSpPr>
          <p:cNvPr id="7" name="Espaço Reservado para Número de Slide 6"/>
          <p:cNvSpPr>
            <a:spLocks noGrp="1"/>
          </p:cNvSpPr>
          <p:nvPr>
            <p:ph type="sldNum" sz="quarter" idx="12"/>
          </p:nvPr>
        </p:nvSpPr>
        <p:spPr/>
        <p:txBody>
          <a:bodyPr/>
          <a:lstStyle/>
          <a:p>
            <a:fld id="{B46DDC54-1274-46EC-ACA6-7EEA034933A3}" type="slidenum">
              <a:rPr lang="en-US" smtClean="0"/>
            </a:fld>
            <a:endParaRPr 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título mestre</a:t>
            </a:r>
            <a:endParaRPr lang="en-US"/>
          </a:p>
        </p:txBody>
      </p:sp>
      <p:sp>
        <p:nvSpPr>
          <p:cNvPr id="3" name="Espaço Reservado para Texto Vertical 2"/>
          <p:cNvSpPr>
            <a:spLocks noGrp="1"/>
          </p:cNvSpPr>
          <p:nvPr>
            <p:ph type="body" orient="vert" idx="1" hasCustomPrompt="1"/>
          </p:nvPr>
        </p:nvSpPr>
        <p:spPr/>
        <p:txBody>
          <a:bodyPr vert="eaVert"/>
          <a:lstStyle/>
          <a:p>
            <a:pPr lvl="0"/>
            <a:r>
              <a:rPr lang="pt-BR"/>
              <a:t>Clique para editar o texto mestre</a:t>
            </a:r>
            <a:endParaRPr lang="pt-BR"/>
          </a:p>
          <a:p>
            <a:pPr lvl="1"/>
            <a:r>
              <a:rPr lang="pt-BR"/>
              <a:t>Segundo nível</a:t>
            </a:r>
            <a:endParaRPr lang="pt-BR"/>
          </a:p>
          <a:p>
            <a:pPr lvl="2"/>
            <a:r>
              <a:rPr lang="pt-BR"/>
              <a:t>Terceiro nível</a:t>
            </a:r>
            <a:endParaRPr lang="pt-BR"/>
          </a:p>
          <a:p>
            <a:pPr lvl="3"/>
            <a:r>
              <a:rPr lang="pt-BR"/>
              <a:t>Quarto nível</a:t>
            </a:r>
            <a:endParaRPr lang="pt-BR"/>
          </a:p>
          <a:p>
            <a:pPr lvl="4"/>
            <a:r>
              <a:rPr lang="pt-BR"/>
              <a:t>Quinto nível</a:t>
            </a:r>
            <a:endParaRPr lang="en-US"/>
          </a:p>
        </p:txBody>
      </p:sp>
      <p:sp>
        <p:nvSpPr>
          <p:cNvPr id="4" name="Espaço Reservado para Data 3"/>
          <p:cNvSpPr>
            <a:spLocks noGrp="1"/>
          </p:cNvSpPr>
          <p:nvPr>
            <p:ph type="dt" sz="half" idx="10"/>
          </p:nvPr>
        </p:nvSpPr>
        <p:spPr/>
        <p:txBody>
          <a:bodyPr/>
          <a:lstStyle/>
          <a:p>
            <a:fld id="{254D26A4-2BCA-47CE-8249-4856479AAA98}" type="datetimeFigureOut">
              <a:rPr lang="en-US" smtClean="0"/>
            </a:fld>
            <a:endParaRPr lang="en-US" dirty="0"/>
          </a:p>
        </p:txBody>
      </p:sp>
      <p:sp>
        <p:nvSpPr>
          <p:cNvPr id="5" name="Espaço Reservado para Rodapé 4"/>
          <p:cNvSpPr>
            <a:spLocks noGrp="1"/>
          </p:cNvSpPr>
          <p:nvPr>
            <p:ph type="ftr" sz="quarter" idx="11"/>
          </p:nvPr>
        </p:nvSpPr>
        <p:spPr/>
        <p:txBody>
          <a:bodyPr/>
          <a:lstStyle/>
          <a:p>
            <a:endParaRPr lang="en-US" dirty="0"/>
          </a:p>
        </p:txBody>
      </p:sp>
      <p:sp>
        <p:nvSpPr>
          <p:cNvPr id="6" name="Espaço Reservado para Número de Slide 5"/>
          <p:cNvSpPr>
            <a:spLocks noGrp="1"/>
          </p:cNvSpPr>
          <p:nvPr>
            <p:ph type="sldNum" sz="quarter" idx="12"/>
          </p:nvPr>
        </p:nvSpPr>
        <p:spPr/>
        <p:txBody>
          <a:bodyPr/>
          <a:lstStyle/>
          <a:p>
            <a:fld id="{B46DDC54-1274-46EC-ACA6-7EEA034933A3}" type="slidenum">
              <a:rPr lang="en-US" smtClean="0"/>
            </a:fld>
            <a:endParaRPr 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4972050" y="366713"/>
            <a:ext cx="1543050" cy="7800975"/>
          </a:xfrm>
        </p:spPr>
        <p:txBody>
          <a:bodyPr vert="eaVert"/>
          <a:lstStyle/>
          <a:p>
            <a:r>
              <a:rPr lang="pt-BR"/>
              <a:t>Clique para editar o título mestre</a:t>
            </a:r>
            <a:endParaRPr lang="en-US"/>
          </a:p>
        </p:txBody>
      </p:sp>
      <p:sp>
        <p:nvSpPr>
          <p:cNvPr id="3" name="Espaço Reservado para Texto Vertical 2"/>
          <p:cNvSpPr>
            <a:spLocks noGrp="1"/>
          </p:cNvSpPr>
          <p:nvPr>
            <p:ph type="body" orient="vert" idx="1" hasCustomPrompt="1"/>
          </p:nvPr>
        </p:nvSpPr>
        <p:spPr>
          <a:xfrm>
            <a:off x="342900" y="366713"/>
            <a:ext cx="4476750" cy="7800975"/>
          </a:xfrm>
        </p:spPr>
        <p:txBody>
          <a:bodyPr vert="eaVert"/>
          <a:lstStyle/>
          <a:p>
            <a:pPr lvl="0"/>
            <a:r>
              <a:rPr lang="pt-BR"/>
              <a:t>Clique para editar o texto mestre</a:t>
            </a:r>
            <a:endParaRPr lang="pt-BR"/>
          </a:p>
          <a:p>
            <a:pPr lvl="1"/>
            <a:r>
              <a:rPr lang="pt-BR"/>
              <a:t>Segundo nível</a:t>
            </a:r>
            <a:endParaRPr lang="pt-BR"/>
          </a:p>
          <a:p>
            <a:pPr lvl="2"/>
            <a:r>
              <a:rPr lang="pt-BR"/>
              <a:t>Terceiro nível</a:t>
            </a:r>
            <a:endParaRPr lang="pt-BR"/>
          </a:p>
          <a:p>
            <a:pPr lvl="3"/>
            <a:r>
              <a:rPr lang="pt-BR"/>
              <a:t>Quarto nível</a:t>
            </a:r>
            <a:endParaRPr lang="pt-BR"/>
          </a:p>
          <a:p>
            <a:pPr lvl="4"/>
            <a:r>
              <a:rPr lang="pt-BR"/>
              <a:t>Quinto nível</a:t>
            </a:r>
            <a:endParaRPr lang="en-US"/>
          </a:p>
        </p:txBody>
      </p:sp>
      <p:sp>
        <p:nvSpPr>
          <p:cNvPr id="4" name="Espaço Reservado para Data 3"/>
          <p:cNvSpPr>
            <a:spLocks noGrp="1"/>
          </p:cNvSpPr>
          <p:nvPr>
            <p:ph type="dt" sz="half" idx="10"/>
          </p:nvPr>
        </p:nvSpPr>
        <p:spPr/>
        <p:txBody>
          <a:bodyPr/>
          <a:lstStyle/>
          <a:p>
            <a:fld id="{254D26A4-2BCA-47CE-8249-4856479AAA98}" type="datetimeFigureOut">
              <a:rPr lang="en-US" smtClean="0"/>
            </a:fld>
            <a:endParaRPr lang="en-US" dirty="0"/>
          </a:p>
        </p:txBody>
      </p:sp>
      <p:sp>
        <p:nvSpPr>
          <p:cNvPr id="5" name="Espaço Reservado para Rodapé 4"/>
          <p:cNvSpPr>
            <a:spLocks noGrp="1"/>
          </p:cNvSpPr>
          <p:nvPr>
            <p:ph type="ftr" sz="quarter" idx="11"/>
          </p:nvPr>
        </p:nvSpPr>
        <p:spPr/>
        <p:txBody>
          <a:bodyPr/>
          <a:lstStyle/>
          <a:p>
            <a:endParaRPr lang="en-US" dirty="0"/>
          </a:p>
        </p:txBody>
      </p:sp>
      <p:sp>
        <p:nvSpPr>
          <p:cNvPr id="6" name="Espaço Reservado para Número de Slide 5"/>
          <p:cNvSpPr>
            <a:spLocks noGrp="1"/>
          </p:cNvSpPr>
          <p:nvPr>
            <p:ph type="sldNum" sz="quarter" idx="12"/>
          </p:nvPr>
        </p:nvSpPr>
        <p:spPr/>
        <p:txBody>
          <a:bodyPr/>
          <a:lstStyle/>
          <a:p>
            <a:fld id="{B46DDC54-1274-46EC-ACA6-7EEA034933A3}" type="slidenum">
              <a:rPr lang="en-US" smtClean="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23.png"/><Relationship Id="rId13" Type="http://schemas.openxmlformats.org/officeDocument/2006/relationships/image" Target="../media/image22.pn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2" Type="http://schemas.openxmlformats.org/officeDocument/2006/relationships/theme" Target="../theme/theme2.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Espaço Reservado para Texto 2"/>
          <p:cNvSpPr>
            <a:spLocks noGrp="1"/>
          </p:cNvSpPr>
          <p:nvPr>
            <p:ph type="body" idx="1"/>
          </p:nvPr>
        </p:nvSpPr>
        <p:spPr>
          <a:xfrm>
            <a:off x="342900" y="2133601"/>
            <a:ext cx="6172200" cy="6034617"/>
          </a:xfrm>
          <a:prstGeom prst="rect">
            <a:avLst/>
          </a:prstGeom>
        </p:spPr>
        <p:txBody>
          <a:bodyPr vert="horz" lIns="91440" tIns="45720" rIns="91440" bIns="45720" rtlCol="0">
            <a:normAutofit/>
          </a:bodyPr>
          <a:lstStyle/>
          <a:p>
            <a:pPr lvl="0"/>
            <a:r>
              <a:rPr lang="pt-BR"/>
              <a:t>Clique para editar o texto mestre</a:t>
            </a:r>
            <a:endParaRPr lang="pt-BR"/>
          </a:p>
          <a:p>
            <a:pPr lvl="1"/>
            <a:r>
              <a:rPr lang="pt-BR"/>
              <a:t>Segundo nível</a:t>
            </a:r>
            <a:endParaRPr lang="pt-BR"/>
          </a:p>
          <a:p>
            <a:pPr lvl="2"/>
            <a:r>
              <a:rPr lang="pt-BR"/>
              <a:t>Terceiro nível</a:t>
            </a:r>
            <a:endParaRPr lang="pt-BR"/>
          </a:p>
          <a:p>
            <a:pPr lvl="3"/>
            <a:r>
              <a:rPr lang="pt-BR"/>
              <a:t>Quarto nível</a:t>
            </a:r>
            <a:endParaRPr lang="pt-BR"/>
          </a:p>
          <a:p>
            <a:pPr lvl="4"/>
            <a:r>
              <a:rPr lang="pt-BR"/>
              <a:t>Quinto nível</a:t>
            </a:r>
            <a:endParaRPr lang="en-US"/>
          </a:p>
        </p:txBody>
      </p:sp>
      <p:pic>
        <p:nvPicPr>
          <p:cNvPr id="7" name="Imagem 6"/>
          <p:cNvPicPr/>
          <p:nvPr userDrawn="1"/>
        </p:nvPicPr>
        <p:blipFill>
          <a:blip r:embed="rId13" cstate="print">
            <a:extLst>
              <a:ext uri="{28A0092B-C50C-407E-A947-70E740481C1C}">
                <a14:useLocalDpi xmlns:a14="http://schemas.microsoft.com/office/drawing/2010/main" val="0"/>
              </a:ext>
            </a:extLst>
          </a:blip>
          <a:stretch>
            <a:fillRect/>
          </a:stretch>
        </p:blipFill>
        <p:spPr>
          <a:xfrm>
            <a:off x="0" y="0"/>
            <a:ext cx="2590800" cy="593090"/>
          </a:xfrm>
          <a:prstGeom prst="rect">
            <a:avLst/>
          </a:prstGeom>
        </p:spPr>
      </p:pic>
      <p:sp>
        <p:nvSpPr>
          <p:cNvPr id="8" name="Retângulo de cantos arredondados 7"/>
          <p:cNvSpPr/>
          <p:nvPr userDrawn="1"/>
        </p:nvSpPr>
        <p:spPr>
          <a:xfrm>
            <a:off x="4457700" y="10795"/>
            <a:ext cx="2400300" cy="285750"/>
          </a:xfrm>
          <a:prstGeom prst="roundRect">
            <a:avLst/>
          </a:prstGeom>
          <a:solidFill>
            <a:schemeClr val="accent5">
              <a:lumMod val="50000"/>
            </a:schemeClr>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lnSpc>
                <a:spcPct val="115000"/>
              </a:lnSpc>
              <a:spcAft>
                <a:spcPts val="1000"/>
              </a:spcAft>
            </a:pPr>
            <a:r>
              <a:rPr lang="pt-BR" sz="1100" dirty="0">
                <a:effectLst/>
                <a:ea typeface="Calibri" panose="020F0502020204030204"/>
                <a:cs typeface="Times New Roman" panose="02020603050405020304"/>
              </a:rPr>
              <a:t>RELATÓRIO</a:t>
            </a:r>
            <a:r>
              <a:rPr lang="pt-BR" sz="1100" baseline="0" dirty="0">
                <a:effectLst/>
                <a:ea typeface="Calibri" panose="020F0502020204030204"/>
                <a:cs typeface="Times New Roman" panose="02020603050405020304"/>
              </a:rPr>
              <a:t> TÉCNICO – LCAC E RAC</a:t>
            </a:r>
            <a:endParaRPr lang="en-US" sz="1100" dirty="0">
              <a:effectLst/>
              <a:ea typeface="Calibri" panose="020F0502020204030204"/>
              <a:cs typeface="Times New Roman" panose="02020603050405020304"/>
            </a:endParaRPr>
          </a:p>
        </p:txBody>
      </p:sp>
      <p:sp>
        <p:nvSpPr>
          <p:cNvPr id="9" name="Retângulo de cantos arredondados 8"/>
          <p:cNvSpPr/>
          <p:nvPr userDrawn="1"/>
        </p:nvSpPr>
        <p:spPr>
          <a:xfrm>
            <a:off x="4457700" y="382270"/>
            <a:ext cx="2400300" cy="285750"/>
          </a:xfrm>
          <a:prstGeom prst="roundRect">
            <a:avLst/>
          </a:prstGeom>
          <a:solidFill>
            <a:schemeClr val="accent5">
              <a:lumMod val="50000"/>
            </a:schemeClr>
          </a:solidFill>
          <a:ln>
            <a:solidFill>
              <a:schemeClr val="accent5">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p>
            <a:pPr algn="ctr">
              <a:lnSpc>
                <a:spcPct val="115000"/>
              </a:lnSpc>
              <a:spcAft>
                <a:spcPts val="1000"/>
              </a:spcAft>
            </a:pPr>
            <a:r>
              <a:rPr lang="pt-BR" sz="1100" dirty="0">
                <a:effectLst/>
                <a:ea typeface="Calibri" panose="020F0502020204030204"/>
                <a:cs typeface="Times New Roman" panose="02020603050405020304"/>
              </a:rPr>
              <a:t>RT-NWS.E.03-REV.01</a:t>
            </a:r>
            <a:endParaRPr lang="en-US" sz="1100" dirty="0">
              <a:effectLst/>
              <a:ea typeface="Calibri" panose="020F0502020204030204"/>
              <a:cs typeface="Times New Roman" panose="02020603050405020304"/>
            </a:endParaRPr>
          </a:p>
        </p:txBody>
      </p:sp>
      <p:pic>
        <p:nvPicPr>
          <p:cNvPr id="10" name="Imagem 9"/>
          <p:cNvPicPr/>
          <p:nvPr userDrawn="1"/>
        </p:nvPicPr>
        <p:blipFill>
          <a:blip r:embed="rId14" cstate="print">
            <a:extLst>
              <a:ext uri="{28A0092B-C50C-407E-A947-70E740481C1C}">
                <a14:useLocalDpi xmlns:a14="http://schemas.microsoft.com/office/drawing/2010/main" val="0"/>
              </a:ext>
            </a:extLst>
          </a:blip>
          <a:stretch>
            <a:fillRect/>
          </a:stretch>
        </p:blipFill>
        <p:spPr>
          <a:xfrm>
            <a:off x="4798695" y="8672639"/>
            <a:ext cx="2059305" cy="483235"/>
          </a:xfrm>
          <a:prstGeom prst="rect">
            <a:avLst/>
          </a:prstGeom>
        </p:spPr>
      </p:pic>
      <p:sp>
        <p:nvSpPr>
          <p:cNvPr id="11" name="Caixa de texto 40"/>
          <p:cNvSpPr txBox="1">
            <a:spLocks noChangeArrowheads="1"/>
          </p:cNvSpPr>
          <p:nvPr userDrawn="1"/>
        </p:nvSpPr>
        <p:spPr bwMode="auto">
          <a:xfrm>
            <a:off x="-1" y="8949881"/>
            <a:ext cx="6181125" cy="194119"/>
          </a:xfrm>
          <a:prstGeom prst="rect">
            <a:avLst/>
          </a:prstGeom>
          <a:noFill/>
          <a:ln>
            <a:noFill/>
          </a:ln>
        </p:spPr>
        <p:txBody>
          <a:bodyPr rot="0" vert="horz" wrap="square" lIns="91440" tIns="45720" rIns="91440" bIns="45720" anchor="t" anchorCtr="0" upright="1">
            <a:noAutofit/>
          </a:bodyPr>
          <a:lstStyle/>
          <a:p>
            <a:pPr algn="ctr">
              <a:lnSpc>
                <a:spcPct val="115000"/>
              </a:lnSpc>
              <a:spcAft>
                <a:spcPts val="1000"/>
              </a:spcAft>
              <a:tabLst>
                <a:tab pos="2860040" algn="ctr"/>
                <a:tab pos="6566535" algn="r"/>
              </a:tabLst>
            </a:pPr>
            <a:r>
              <a:rPr lang="pt-BR" sz="600" i="1" kern="1200" dirty="0">
                <a:solidFill>
                  <a:srgbClr val="808080"/>
                </a:solidFill>
                <a:effectLst/>
                <a:latin typeface="Arial" panose="020B0604020202020204"/>
                <a:ea typeface="Calibri" panose="020F0502020204030204"/>
                <a:cs typeface="Times New Roman" panose="02020603050405020304"/>
              </a:rPr>
              <a:t>Av. Dr. Chucri Zaidan, 940 - 3º Andar - Vila Cordeiro - São Paulo – SP – CEP: 04583-110</a:t>
            </a:r>
            <a:endParaRPr lang="en-US" sz="1100" dirty="0">
              <a:effectLst/>
              <a:latin typeface="Calibri" panose="020F0502020204030204"/>
              <a:ea typeface="Calibri" panose="020F0502020204030204"/>
              <a:cs typeface="Times New Roman" panose="02020603050405020304"/>
            </a:endParaRPr>
          </a:p>
        </p:txBody>
      </p:sp>
      <p:sp>
        <p:nvSpPr>
          <p:cNvPr id="13" name="Caixa de texto 43"/>
          <p:cNvSpPr txBox="1"/>
          <p:nvPr userDrawn="1"/>
        </p:nvSpPr>
        <p:spPr>
          <a:xfrm>
            <a:off x="0" y="623661"/>
            <a:ext cx="4005064" cy="131443"/>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noAutofit/>
          </a:bodyPr>
          <a:lstStyle/>
          <a:p>
            <a:pPr>
              <a:lnSpc>
                <a:spcPct val="115000"/>
              </a:lnSpc>
              <a:spcAft>
                <a:spcPts val="1000"/>
              </a:spcAft>
            </a:pPr>
            <a:r>
              <a:rPr lang="pt-BR" sz="700" b="1" i="1" dirty="0">
                <a:effectLst/>
                <a:latin typeface="Arial" panose="020B0604020202020204"/>
                <a:ea typeface="Calibri" panose="020F0502020204030204"/>
                <a:cs typeface="Times New Roman" panose="02020603050405020304"/>
              </a:rPr>
              <a:t>Este</a:t>
            </a:r>
            <a:r>
              <a:rPr lang="pt-BR" sz="700" b="1" i="1" baseline="0" dirty="0">
                <a:effectLst/>
                <a:latin typeface="Arial" panose="020B0604020202020204"/>
                <a:ea typeface="Calibri" panose="020F0502020204030204"/>
                <a:cs typeface="Times New Roman" panose="02020603050405020304"/>
              </a:rPr>
              <a:t> Relatório é valido a partir de 05/07/2021 cancelando os anteriores </a:t>
            </a:r>
            <a:endParaRPr lang="en-US" sz="1100" dirty="0">
              <a:effectLst/>
              <a:ea typeface="Calibri" panose="020F0502020204030204"/>
              <a:cs typeface="Times New Roman" panose="02020603050405020304"/>
            </a:endParaRPr>
          </a:p>
        </p:txBody>
      </p:sp>
      <p:sp>
        <p:nvSpPr>
          <p:cNvPr id="14" name="Caixa de Texto 13"/>
          <p:cNvSpPr txBox="1"/>
          <p:nvPr userDrawn="1"/>
        </p:nvSpPr>
        <p:spPr>
          <a:xfrm>
            <a:off x="0" y="755104"/>
            <a:ext cx="3805555" cy="213360"/>
          </a:xfrm>
          <a:prstGeom prst="rect">
            <a:avLst/>
          </a:prstGeom>
          <a:noFill/>
          <a:ln w="6350">
            <a:noFill/>
          </a:ln>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noAutofit/>
          </a:bodyPr>
          <a:lstStyle/>
          <a:p>
            <a:pPr>
              <a:lnSpc>
                <a:spcPct val="115000"/>
              </a:lnSpc>
              <a:spcAft>
                <a:spcPts val="1000"/>
              </a:spcAft>
            </a:pPr>
            <a:r>
              <a:rPr lang="pt-BR" sz="700" b="1" i="1" dirty="0">
                <a:effectLst/>
                <a:latin typeface="Arial" panose="020B0604020202020204"/>
                <a:ea typeface="Calibri" panose="020F0502020204030204"/>
                <a:cs typeface="Times New Roman" panose="02020603050405020304"/>
              </a:rPr>
              <a:t>Abrangência</a:t>
            </a:r>
            <a:r>
              <a:rPr lang="pt-BR" sz="700" i="1" dirty="0">
                <a:effectLst/>
                <a:latin typeface="Arial" panose="020B0604020202020204"/>
                <a:ea typeface="Calibri" panose="020F0502020204030204"/>
                <a:cs typeface="Times New Roman" panose="02020603050405020304"/>
              </a:rPr>
              <a:t>: Rede Credenciada – Distribuidor</a:t>
            </a:r>
            <a:r>
              <a:rPr lang="pt-BR" sz="700" i="1" baseline="0" dirty="0">
                <a:effectLst/>
                <a:latin typeface="Arial" panose="020B0604020202020204"/>
                <a:ea typeface="Calibri" panose="020F0502020204030204"/>
                <a:cs typeface="Times New Roman" panose="02020603050405020304"/>
              </a:rPr>
              <a:t> / Revenda</a:t>
            </a:r>
            <a:endParaRPr lang="en-US" sz="1100" dirty="0">
              <a:effectLst/>
              <a:ea typeface="Calibri" panose="020F0502020204030204"/>
              <a:cs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342900" y="366713"/>
            <a:ext cx="6172200" cy="1524000"/>
          </a:xfrm>
          <a:prstGeom prst="rect">
            <a:avLst/>
          </a:prstGeom>
        </p:spPr>
        <p:txBody>
          <a:bodyPr vert="horz" lIns="91440" tIns="45720" rIns="91440" bIns="45720" rtlCol="0" anchor="ctr">
            <a:normAutofit/>
          </a:bodyPr>
          <a:lstStyle/>
          <a:p>
            <a:r>
              <a:rPr lang="pt-BR"/>
              <a:t>Clique para editar o título mestre</a:t>
            </a:r>
            <a:endParaRPr lang="en-US"/>
          </a:p>
        </p:txBody>
      </p:sp>
      <p:sp>
        <p:nvSpPr>
          <p:cNvPr id="3" name="Espaço Reservado para Texto 2"/>
          <p:cNvSpPr>
            <a:spLocks noGrp="1"/>
          </p:cNvSpPr>
          <p:nvPr>
            <p:ph type="body" idx="1"/>
          </p:nvPr>
        </p:nvSpPr>
        <p:spPr>
          <a:xfrm>
            <a:off x="342900" y="2133600"/>
            <a:ext cx="6172200" cy="6034088"/>
          </a:xfrm>
          <a:prstGeom prst="rect">
            <a:avLst/>
          </a:prstGeom>
        </p:spPr>
        <p:txBody>
          <a:bodyPr vert="horz" lIns="91440" tIns="45720" rIns="91440" bIns="45720" rtlCol="0">
            <a:normAutofit/>
          </a:bodyPr>
          <a:lstStyle/>
          <a:p>
            <a:pPr lvl="0"/>
            <a:r>
              <a:rPr lang="pt-BR"/>
              <a:t>Clique para editar o texto mestre</a:t>
            </a:r>
            <a:endParaRPr lang="pt-BR"/>
          </a:p>
          <a:p>
            <a:pPr lvl="1"/>
            <a:r>
              <a:rPr lang="pt-BR"/>
              <a:t>Segundo nível</a:t>
            </a:r>
            <a:endParaRPr lang="pt-BR"/>
          </a:p>
          <a:p>
            <a:pPr lvl="2"/>
            <a:r>
              <a:rPr lang="pt-BR"/>
              <a:t>Terceiro nível</a:t>
            </a:r>
            <a:endParaRPr lang="pt-BR"/>
          </a:p>
          <a:p>
            <a:pPr lvl="3"/>
            <a:r>
              <a:rPr lang="pt-BR"/>
              <a:t>Quarto nível</a:t>
            </a:r>
            <a:endParaRPr lang="pt-BR"/>
          </a:p>
          <a:p>
            <a:pPr lvl="4"/>
            <a:r>
              <a:rPr lang="pt-BR"/>
              <a:t>Quinto nível</a:t>
            </a:r>
            <a:endParaRPr lang="en-US"/>
          </a:p>
        </p:txBody>
      </p:sp>
      <p:sp>
        <p:nvSpPr>
          <p:cNvPr id="4" name="Espaço Reservado para Data 3"/>
          <p:cNvSpPr>
            <a:spLocks noGrp="1"/>
          </p:cNvSpPr>
          <p:nvPr>
            <p:ph type="dt" sz="half" idx="2"/>
          </p:nvPr>
        </p:nvSpPr>
        <p:spPr>
          <a:xfrm>
            <a:off x="342900" y="8475663"/>
            <a:ext cx="1600200" cy="485775"/>
          </a:xfrm>
          <a:prstGeom prst="rect">
            <a:avLst/>
          </a:prstGeom>
        </p:spPr>
        <p:txBody>
          <a:bodyPr vert="horz" lIns="91440" tIns="45720" rIns="91440" bIns="45720" rtlCol="0" anchor="ctr"/>
          <a:lstStyle>
            <a:lvl1pPr algn="l">
              <a:defRPr sz="1200">
                <a:solidFill>
                  <a:schemeClr val="tx1">
                    <a:tint val="75000"/>
                  </a:schemeClr>
                </a:solidFill>
              </a:defRPr>
            </a:lvl1pPr>
          </a:lstStyle>
          <a:p>
            <a:fld id="{254D26A4-2BCA-47CE-8249-4856479AAA98}" type="datetimeFigureOut">
              <a:rPr lang="en-US" smtClean="0"/>
            </a:fld>
            <a:endParaRPr lang="en-US" dirty="0"/>
          </a:p>
        </p:txBody>
      </p:sp>
      <p:sp>
        <p:nvSpPr>
          <p:cNvPr id="5" name="Espaço Reservado para Rodapé 4"/>
          <p:cNvSpPr>
            <a:spLocks noGrp="1"/>
          </p:cNvSpPr>
          <p:nvPr>
            <p:ph type="ftr" sz="quarter" idx="3"/>
          </p:nvPr>
        </p:nvSpPr>
        <p:spPr>
          <a:xfrm>
            <a:off x="2343150" y="8475663"/>
            <a:ext cx="2171700" cy="48577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Espaço Reservado para Número de Slide 5"/>
          <p:cNvSpPr>
            <a:spLocks noGrp="1"/>
          </p:cNvSpPr>
          <p:nvPr>
            <p:ph type="sldNum" sz="quarter" idx="4"/>
          </p:nvPr>
        </p:nvSpPr>
        <p:spPr>
          <a:xfrm>
            <a:off x="4914900" y="8475663"/>
            <a:ext cx="1600200" cy="485775"/>
          </a:xfrm>
          <a:prstGeom prst="rect">
            <a:avLst/>
          </a:prstGeom>
        </p:spPr>
        <p:txBody>
          <a:bodyPr vert="horz" lIns="91440" tIns="45720" rIns="91440" bIns="45720" rtlCol="0" anchor="ctr"/>
          <a:lstStyle>
            <a:lvl1pPr algn="r">
              <a:defRPr sz="1200">
                <a:solidFill>
                  <a:schemeClr val="tx1">
                    <a:tint val="75000"/>
                  </a:schemeClr>
                </a:solidFill>
              </a:defRPr>
            </a:lvl1pPr>
          </a:lstStyle>
          <a:p>
            <a:fld id="{B46DDC54-1274-46EC-ACA6-7EEA034933A3}" type="slidenum">
              <a:rPr lang="en-US" smtClean="0"/>
            </a:fld>
            <a:endParaRPr lang="en-US" dirty="0"/>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tângulo 4"/>
          <p:cNvSpPr/>
          <p:nvPr/>
        </p:nvSpPr>
        <p:spPr>
          <a:xfrm>
            <a:off x="2033588" y="3000375"/>
            <a:ext cx="4563764" cy="31908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6" name="Retângulo 5"/>
          <p:cNvSpPr/>
          <p:nvPr/>
        </p:nvSpPr>
        <p:spPr>
          <a:xfrm>
            <a:off x="2026940" y="3381772"/>
            <a:ext cx="1834108" cy="31908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BR019818-S</a:t>
            </a:r>
            <a:endParaRPr lang="en-US" sz="1200" dirty="0">
              <a:solidFill>
                <a:schemeClr val="tx1"/>
              </a:solidFill>
            </a:endParaRPr>
          </a:p>
        </p:txBody>
      </p:sp>
      <p:sp>
        <p:nvSpPr>
          <p:cNvPr id="7" name="Retângulo 6"/>
          <p:cNvSpPr/>
          <p:nvPr/>
        </p:nvSpPr>
        <p:spPr>
          <a:xfrm>
            <a:off x="2033588" y="3779912"/>
            <a:ext cx="4563764" cy="31908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8" name="Retângulo 7"/>
          <p:cNvSpPr/>
          <p:nvPr/>
        </p:nvSpPr>
        <p:spPr>
          <a:xfrm>
            <a:off x="2033588" y="4188145"/>
            <a:ext cx="4563764" cy="31908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9" name="Retângulo 8"/>
          <p:cNvSpPr/>
          <p:nvPr/>
        </p:nvSpPr>
        <p:spPr>
          <a:xfrm>
            <a:off x="2026940" y="4576763"/>
            <a:ext cx="4570412" cy="31908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10" name="Retângulo 9"/>
          <p:cNvSpPr/>
          <p:nvPr/>
        </p:nvSpPr>
        <p:spPr>
          <a:xfrm>
            <a:off x="2026940" y="5220072"/>
            <a:ext cx="4570412" cy="31908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11" name="Retângulo 10"/>
          <p:cNvSpPr/>
          <p:nvPr/>
        </p:nvSpPr>
        <p:spPr>
          <a:xfrm>
            <a:off x="2026940" y="5599162"/>
            <a:ext cx="4570412" cy="31908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12" name="Retângulo 11"/>
          <p:cNvSpPr/>
          <p:nvPr/>
        </p:nvSpPr>
        <p:spPr>
          <a:xfrm>
            <a:off x="2026940" y="6012160"/>
            <a:ext cx="2554188" cy="31908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13" name="Retângulo 12"/>
          <p:cNvSpPr/>
          <p:nvPr/>
        </p:nvSpPr>
        <p:spPr>
          <a:xfrm>
            <a:off x="5134260" y="5993110"/>
            <a:ext cx="1463092" cy="31908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14" name="Retângulo 13"/>
          <p:cNvSpPr/>
          <p:nvPr/>
        </p:nvSpPr>
        <p:spPr>
          <a:xfrm>
            <a:off x="2026940" y="6412458"/>
            <a:ext cx="4570412" cy="31908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16" name="Retângulo 15"/>
          <p:cNvSpPr/>
          <p:nvPr/>
        </p:nvSpPr>
        <p:spPr>
          <a:xfrm>
            <a:off x="2026940" y="6804248"/>
            <a:ext cx="4570412" cy="319088"/>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17" name="Retângulo 16"/>
          <p:cNvSpPr/>
          <p:nvPr/>
        </p:nvSpPr>
        <p:spPr>
          <a:xfrm>
            <a:off x="1581150" y="7452320"/>
            <a:ext cx="2063874" cy="44708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18" name="Retângulo 17"/>
          <p:cNvSpPr/>
          <p:nvPr/>
        </p:nvSpPr>
        <p:spPr>
          <a:xfrm>
            <a:off x="4581128" y="7458670"/>
            <a:ext cx="2016224" cy="44708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19" name="Retângulo 18"/>
          <p:cNvSpPr/>
          <p:nvPr/>
        </p:nvSpPr>
        <p:spPr>
          <a:xfrm>
            <a:off x="1581150" y="7969250"/>
            <a:ext cx="1559818" cy="31541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20" name="Retângulo 19"/>
          <p:cNvSpPr/>
          <p:nvPr/>
        </p:nvSpPr>
        <p:spPr>
          <a:xfrm>
            <a:off x="4586734" y="7969250"/>
            <a:ext cx="2010618" cy="30906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23" name="Retângulo 22"/>
          <p:cNvSpPr/>
          <p:nvPr/>
        </p:nvSpPr>
        <p:spPr>
          <a:xfrm>
            <a:off x="1581150" y="8356674"/>
            <a:ext cx="2063874" cy="31541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p:cNvSpPr/>
          <p:nvPr/>
        </p:nvSpPr>
        <p:spPr>
          <a:xfrm>
            <a:off x="3429000" y="1835696"/>
            <a:ext cx="3168352" cy="23762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Insira as foto aqui</a:t>
            </a:r>
            <a:endParaRPr lang="pt-BR" dirty="0">
              <a:solidFill>
                <a:schemeClr val="tx1"/>
              </a:solidFill>
            </a:endParaRPr>
          </a:p>
        </p:txBody>
      </p:sp>
      <p:sp>
        <p:nvSpPr>
          <p:cNvPr id="3" name="CaixaDeTexto 2"/>
          <p:cNvSpPr txBox="1"/>
          <p:nvPr/>
        </p:nvSpPr>
        <p:spPr>
          <a:xfrm>
            <a:off x="3933056" y="6444208"/>
            <a:ext cx="792088" cy="246221"/>
          </a:xfrm>
          <a:prstGeom prst="rect">
            <a:avLst/>
          </a:prstGeom>
          <a:noFill/>
        </p:spPr>
        <p:txBody>
          <a:bodyPr wrap="square" rtlCol="0">
            <a:spAutoFit/>
          </a:bodyPr>
          <a:lstStyle/>
          <a:p>
            <a:r>
              <a:rPr lang="pt-BR" sz="1000" dirty="0"/>
              <a:t>Insira aqui</a:t>
            </a:r>
            <a:endParaRPr lang="pt-BR" sz="1000" dirty="0"/>
          </a:p>
        </p:txBody>
      </p:sp>
      <p:sp>
        <p:nvSpPr>
          <p:cNvPr id="4" name="CaixaDeTexto 3"/>
          <p:cNvSpPr txBox="1"/>
          <p:nvPr/>
        </p:nvSpPr>
        <p:spPr>
          <a:xfrm>
            <a:off x="5661248" y="6448752"/>
            <a:ext cx="792088" cy="246221"/>
          </a:xfrm>
          <a:prstGeom prst="rect">
            <a:avLst/>
          </a:prstGeom>
          <a:noFill/>
        </p:spPr>
        <p:txBody>
          <a:bodyPr wrap="square" rtlCol="0">
            <a:spAutoFit/>
          </a:bodyPr>
          <a:lstStyle/>
          <a:p>
            <a:r>
              <a:rPr lang="pt-BR" sz="1000" dirty="0"/>
              <a:t>Insira aqui</a:t>
            </a:r>
            <a:endParaRPr lang="pt-BR" sz="1000" dirty="0"/>
          </a:p>
        </p:txBody>
      </p:sp>
      <p:sp>
        <p:nvSpPr>
          <p:cNvPr id="5" name="Retângulo 4"/>
          <p:cNvSpPr/>
          <p:nvPr/>
        </p:nvSpPr>
        <p:spPr>
          <a:xfrm>
            <a:off x="3429000" y="5148064"/>
            <a:ext cx="1296144" cy="12241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Insira as foto aqui</a:t>
            </a:r>
            <a:endParaRPr lang="pt-BR" dirty="0">
              <a:solidFill>
                <a:schemeClr val="tx1"/>
              </a:solidFill>
            </a:endParaRPr>
          </a:p>
        </p:txBody>
      </p:sp>
      <p:sp>
        <p:nvSpPr>
          <p:cNvPr id="6" name="Retângulo 5"/>
          <p:cNvSpPr/>
          <p:nvPr/>
        </p:nvSpPr>
        <p:spPr>
          <a:xfrm>
            <a:off x="5085184" y="5148064"/>
            <a:ext cx="1296144" cy="12241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Insira as foto aqui</a:t>
            </a:r>
            <a:endParaRPr lang="pt-BR" dirty="0">
              <a:solidFill>
                <a:schemeClr val="tx1"/>
              </a:solidFill>
            </a:endParaRPr>
          </a:p>
        </p:txBody>
      </p:sp>
      <p:sp>
        <p:nvSpPr>
          <p:cNvPr id="7" name="Retângulo 6"/>
          <p:cNvSpPr/>
          <p:nvPr/>
        </p:nvSpPr>
        <p:spPr>
          <a:xfrm>
            <a:off x="3356992" y="6876256"/>
            <a:ext cx="1368152" cy="15841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Insira as foto aqui</a:t>
            </a:r>
            <a:endParaRPr lang="pt-BR" dirty="0">
              <a:solidFill>
                <a:schemeClr val="tx1"/>
              </a:solidFill>
            </a:endParaRPr>
          </a:p>
        </p:txBody>
      </p:sp>
      <p:sp>
        <p:nvSpPr>
          <p:cNvPr id="8" name="Retângulo 7"/>
          <p:cNvSpPr/>
          <p:nvPr/>
        </p:nvSpPr>
        <p:spPr>
          <a:xfrm>
            <a:off x="5013176" y="6876256"/>
            <a:ext cx="1368152" cy="15841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Insira as foto aqui</a:t>
            </a:r>
            <a:endParaRPr lang="pt-BR" dirty="0">
              <a:solidFill>
                <a:schemeClr val="tx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tângulo 4"/>
          <p:cNvSpPr/>
          <p:nvPr/>
        </p:nvSpPr>
        <p:spPr>
          <a:xfrm>
            <a:off x="260648" y="1606972"/>
            <a:ext cx="1944216" cy="37274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6" name="Retângulo 5"/>
          <p:cNvSpPr/>
          <p:nvPr/>
        </p:nvSpPr>
        <p:spPr>
          <a:xfrm>
            <a:off x="2505596" y="1606972"/>
            <a:ext cx="4091756" cy="37274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7" name="Retângulo 6"/>
          <p:cNvSpPr/>
          <p:nvPr/>
        </p:nvSpPr>
        <p:spPr>
          <a:xfrm>
            <a:off x="260648" y="2327052"/>
            <a:ext cx="6336704" cy="87679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
        <p:nvSpPr>
          <p:cNvPr id="8" name="Retângulo 7"/>
          <p:cNvSpPr/>
          <p:nvPr/>
        </p:nvSpPr>
        <p:spPr>
          <a:xfrm>
            <a:off x="260648" y="3491880"/>
            <a:ext cx="6336704" cy="504056"/>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200" dirty="0">
                <a:solidFill>
                  <a:schemeClr val="tx1"/>
                </a:solidFill>
              </a:rPr>
              <a:t>Digite aqui </a:t>
            </a:r>
            <a:endParaRPr lang="en-US" sz="1200" dirty="0">
              <a:solidFill>
                <a:schemeClr val="tx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p:cNvSpPr/>
          <p:nvPr/>
        </p:nvSpPr>
        <p:spPr>
          <a:xfrm>
            <a:off x="4005064" y="3995936"/>
            <a:ext cx="2448272" cy="1296144"/>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dirty="0">
                <a:solidFill>
                  <a:schemeClr val="tx1"/>
                </a:solidFill>
              </a:rPr>
              <a:t>Insira a foto</a:t>
            </a:r>
            <a:endParaRPr lang="en-US" sz="900" dirty="0">
              <a:solidFill>
                <a:schemeClr val="tx1"/>
              </a:solidFill>
            </a:endParaRPr>
          </a:p>
        </p:txBody>
      </p:sp>
      <p:sp>
        <p:nvSpPr>
          <p:cNvPr id="17" name="Retângulo 16"/>
          <p:cNvSpPr/>
          <p:nvPr/>
        </p:nvSpPr>
        <p:spPr>
          <a:xfrm>
            <a:off x="5802184" y="2116108"/>
            <a:ext cx="656464" cy="1516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800" dirty="0">
                <a:solidFill>
                  <a:srgbClr val="FF0000"/>
                </a:solidFill>
              </a:rPr>
              <a:t>Insira aqui</a:t>
            </a:r>
            <a:endParaRPr lang="en-US" sz="800" dirty="0">
              <a:solidFill>
                <a:srgbClr val="FF0000"/>
              </a:solidFill>
            </a:endParaRPr>
          </a:p>
        </p:txBody>
      </p:sp>
      <p:sp>
        <p:nvSpPr>
          <p:cNvPr id="18" name="Retângulo 17"/>
          <p:cNvSpPr/>
          <p:nvPr/>
        </p:nvSpPr>
        <p:spPr>
          <a:xfrm>
            <a:off x="5802184" y="2339752"/>
            <a:ext cx="656464" cy="1516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800" dirty="0">
                <a:solidFill>
                  <a:srgbClr val="FF0000"/>
                </a:solidFill>
              </a:rPr>
              <a:t>Insira aqui</a:t>
            </a:r>
            <a:endParaRPr lang="en-US" sz="800" dirty="0">
              <a:solidFill>
                <a:srgbClr val="FF0000"/>
              </a:solidFill>
            </a:endParaRPr>
          </a:p>
        </p:txBody>
      </p:sp>
      <p:sp>
        <p:nvSpPr>
          <p:cNvPr id="19" name="Retângulo 18"/>
          <p:cNvSpPr/>
          <p:nvPr/>
        </p:nvSpPr>
        <p:spPr>
          <a:xfrm>
            <a:off x="5004784" y="2123728"/>
            <a:ext cx="656464" cy="1516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800" dirty="0">
                <a:solidFill>
                  <a:srgbClr val="FF0000"/>
                </a:solidFill>
              </a:rPr>
              <a:t>Insira aqui</a:t>
            </a:r>
            <a:endParaRPr lang="en-US" sz="800" dirty="0">
              <a:solidFill>
                <a:srgbClr val="FF0000"/>
              </a:solidFill>
            </a:endParaRPr>
          </a:p>
        </p:txBody>
      </p:sp>
      <p:sp>
        <p:nvSpPr>
          <p:cNvPr id="20" name="Retângulo 19"/>
          <p:cNvSpPr/>
          <p:nvPr/>
        </p:nvSpPr>
        <p:spPr>
          <a:xfrm>
            <a:off x="5004784" y="2347372"/>
            <a:ext cx="656464" cy="1516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800" dirty="0">
                <a:solidFill>
                  <a:srgbClr val="FF0000"/>
                </a:solidFill>
              </a:rPr>
              <a:t>Insira aqui</a:t>
            </a:r>
            <a:endParaRPr lang="en-US" sz="800" dirty="0">
              <a:solidFill>
                <a:srgbClr val="FF0000"/>
              </a:solidFill>
            </a:endParaRPr>
          </a:p>
        </p:txBody>
      </p:sp>
      <p:sp>
        <p:nvSpPr>
          <p:cNvPr id="21" name="Retângulo 20"/>
          <p:cNvSpPr/>
          <p:nvPr/>
        </p:nvSpPr>
        <p:spPr>
          <a:xfrm>
            <a:off x="4293096" y="2123728"/>
            <a:ext cx="656464" cy="1516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800" dirty="0">
                <a:solidFill>
                  <a:srgbClr val="FF0000"/>
                </a:solidFill>
              </a:rPr>
              <a:t>Insira aqui</a:t>
            </a:r>
            <a:endParaRPr lang="en-US" sz="800" dirty="0">
              <a:solidFill>
                <a:srgbClr val="FF0000"/>
              </a:solidFill>
            </a:endParaRPr>
          </a:p>
        </p:txBody>
      </p:sp>
      <p:sp>
        <p:nvSpPr>
          <p:cNvPr id="22" name="Retângulo 21"/>
          <p:cNvSpPr/>
          <p:nvPr/>
        </p:nvSpPr>
        <p:spPr>
          <a:xfrm>
            <a:off x="4293096" y="2347372"/>
            <a:ext cx="656464" cy="1516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800" dirty="0">
                <a:solidFill>
                  <a:srgbClr val="FF0000"/>
                </a:solidFill>
              </a:rPr>
              <a:t>Insira aqui</a:t>
            </a:r>
            <a:endParaRPr lang="en-US" sz="800" dirty="0">
              <a:solidFill>
                <a:srgbClr val="FF0000"/>
              </a:solidFill>
            </a:endParaRPr>
          </a:p>
        </p:txBody>
      </p:sp>
      <p:sp>
        <p:nvSpPr>
          <p:cNvPr id="23" name="Retângulo 22"/>
          <p:cNvSpPr/>
          <p:nvPr/>
        </p:nvSpPr>
        <p:spPr>
          <a:xfrm>
            <a:off x="4293096" y="2555776"/>
            <a:ext cx="656464" cy="1516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800" dirty="0">
                <a:solidFill>
                  <a:srgbClr val="FF0000"/>
                </a:solidFill>
              </a:rPr>
              <a:t>Insira aqui</a:t>
            </a:r>
            <a:endParaRPr lang="en-US" sz="800" dirty="0">
              <a:solidFill>
                <a:srgbClr val="FF0000"/>
              </a:solidFill>
            </a:endParaRPr>
          </a:p>
        </p:txBody>
      </p:sp>
      <p:sp>
        <p:nvSpPr>
          <p:cNvPr id="24" name="Retângulo 23"/>
          <p:cNvSpPr/>
          <p:nvPr/>
        </p:nvSpPr>
        <p:spPr>
          <a:xfrm>
            <a:off x="5004784" y="2555776"/>
            <a:ext cx="656464" cy="1516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800" dirty="0">
                <a:solidFill>
                  <a:srgbClr val="FF0000"/>
                </a:solidFill>
              </a:rPr>
              <a:t>Insira aqui</a:t>
            </a:r>
            <a:endParaRPr lang="en-US" sz="800" dirty="0">
              <a:solidFill>
                <a:srgbClr val="FF0000"/>
              </a:solidFill>
            </a:endParaRPr>
          </a:p>
        </p:txBody>
      </p:sp>
      <p:sp>
        <p:nvSpPr>
          <p:cNvPr id="25" name="Retângulo 24"/>
          <p:cNvSpPr/>
          <p:nvPr/>
        </p:nvSpPr>
        <p:spPr>
          <a:xfrm>
            <a:off x="5796872" y="2555776"/>
            <a:ext cx="656464" cy="1516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800" dirty="0">
                <a:solidFill>
                  <a:srgbClr val="FF0000"/>
                </a:solidFill>
              </a:rPr>
              <a:t>Insira aqui</a:t>
            </a:r>
            <a:endParaRPr lang="en-US" sz="800" dirty="0">
              <a:solidFill>
                <a:srgbClr val="FF0000"/>
              </a:solidFill>
            </a:endParaRPr>
          </a:p>
        </p:txBody>
      </p:sp>
      <p:sp>
        <p:nvSpPr>
          <p:cNvPr id="26" name="Retângulo 25"/>
          <p:cNvSpPr/>
          <p:nvPr/>
        </p:nvSpPr>
        <p:spPr>
          <a:xfrm>
            <a:off x="4284704" y="3200038"/>
            <a:ext cx="656464" cy="1516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800" dirty="0">
                <a:solidFill>
                  <a:srgbClr val="FF0000"/>
                </a:solidFill>
              </a:rPr>
              <a:t>Insira aqui</a:t>
            </a:r>
            <a:endParaRPr lang="en-US" sz="800" dirty="0">
              <a:solidFill>
                <a:srgbClr val="FF0000"/>
              </a:solidFill>
            </a:endParaRPr>
          </a:p>
        </p:txBody>
      </p:sp>
      <p:sp>
        <p:nvSpPr>
          <p:cNvPr id="27" name="Retângulo 26"/>
          <p:cNvSpPr/>
          <p:nvPr/>
        </p:nvSpPr>
        <p:spPr>
          <a:xfrm>
            <a:off x="4293096" y="3412252"/>
            <a:ext cx="656464" cy="1516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800" dirty="0">
                <a:solidFill>
                  <a:srgbClr val="FF0000"/>
                </a:solidFill>
              </a:rPr>
              <a:t>Insira aqui</a:t>
            </a:r>
            <a:endParaRPr lang="en-US" sz="800" dirty="0">
              <a:solidFill>
                <a:srgbClr val="FF0000"/>
              </a:solidFill>
            </a:endParaRPr>
          </a:p>
        </p:txBody>
      </p:sp>
      <p:sp>
        <p:nvSpPr>
          <p:cNvPr id="28" name="Retângulo 27"/>
          <p:cNvSpPr/>
          <p:nvPr/>
        </p:nvSpPr>
        <p:spPr>
          <a:xfrm>
            <a:off x="4293096" y="3635896"/>
            <a:ext cx="656464" cy="1516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800" dirty="0">
                <a:solidFill>
                  <a:srgbClr val="FF0000"/>
                </a:solidFill>
              </a:rPr>
              <a:t>Insira aqui</a:t>
            </a:r>
            <a:endParaRPr lang="en-US" sz="800" dirty="0">
              <a:solidFill>
                <a:srgbClr val="FF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p:cNvSpPr/>
          <p:nvPr/>
        </p:nvSpPr>
        <p:spPr>
          <a:xfrm>
            <a:off x="260648" y="1619672"/>
            <a:ext cx="6336704" cy="453650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dirty="0">
                <a:solidFill>
                  <a:schemeClr val="tx1"/>
                </a:solidFill>
              </a:rPr>
              <a:t>Insira aqui foto do motor</a:t>
            </a:r>
            <a:endParaRPr lang="en-US" dirty="0">
              <a:solidFill>
                <a:schemeClr val="tx1"/>
              </a:solidFill>
            </a:endParaRPr>
          </a:p>
        </p:txBody>
      </p:sp>
    </p:spTree>
  </p:cSld>
  <p:clrMapOvr>
    <a:masterClrMapping/>
  </p:clrMapOvr>
</p:sld>
</file>

<file path=ppt/theme/theme1.xml><?xml version="1.0" encoding="utf-8"?>
<a:theme xmlns:a="http://schemas.openxmlformats.org/drawingml/2006/main" name="Tema do Office">
  <a:themeElements>
    <a:clrScheme name="Amarelo">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Personalizar design">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525</Words>
  <Application>WPS Presentation</Application>
  <PresentationFormat>Apresentação na tela (4:3)</PresentationFormat>
  <Paragraphs>82</Paragraphs>
  <Slides>5</Slides>
  <Notes>0</Notes>
  <HiddenSlides>0</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5</vt:i4>
      </vt:variant>
    </vt:vector>
  </HeadingPairs>
  <TitlesOfParts>
    <vt:vector size="19" baseType="lpstr">
      <vt:lpstr>Arial</vt:lpstr>
      <vt:lpstr>SimSun</vt:lpstr>
      <vt:lpstr>Wingdings</vt:lpstr>
      <vt:lpstr>Calibri</vt:lpstr>
      <vt:lpstr>Times New Roman</vt:lpstr>
      <vt:lpstr>Arial</vt:lpstr>
      <vt:lpstr>Calibri</vt:lpstr>
      <vt:lpstr>Verdana</vt:lpstr>
      <vt:lpstr>Shonar Bangla</vt:lpstr>
      <vt:lpstr>Segoe UI Symbol</vt:lpstr>
      <vt:lpstr>Microsoft YaHei</vt:lpstr>
      <vt:lpstr>Arial Unicode MS</vt:lpstr>
      <vt:lpstr>Tema do Office</vt:lpstr>
      <vt:lpstr>Personalizar design</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avieira.souza</dc:creator>
  <cp:lastModifiedBy>PÓS-VENDAS 2</cp:lastModifiedBy>
  <cp:revision>81</cp:revision>
  <cp:lastPrinted>2019-09-28T17:27:00Z</cp:lastPrinted>
  <dcterms:created xsi:type="dcterms:W3CDTF">2019-09-28T11:59:00Z</dcterms:created>
  <dcterms:modified xsi:type="dcterms:W3CDTF">2024-12-09T13:08:41Z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6B6CED8FC2DF4EF4BF3CB2B1B1131EC4_13</vt:lpwstr>
  </property>
  <property fmtid="{D5CDD505-2E9C-101B-9397-08002B2CF9AE}" pid="3" name="KSOProductBuildVer">
    <vt:lpwstr>1046-12.2.0.19307</vt:lpwstr>
  </property>
</Properties>
</file>