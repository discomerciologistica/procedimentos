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handoutMasterIdLst>
    <p:handoutMasterId r:id="rId8"/>
  </p:handoutMasterIdLst>
  <p:sldIdLst>
    <p:sldId id="256" r:id="rId4"/>
    <p:sldId id="261" r:id="rId5"/>
    <p:sldId id="262" r:id="rId6"/>
    <p:sldId id="260" r:id="rId7"/>
  </p:sldIdLst>
  <p:sldSz cx="6858000" cy="9144000" type="screen4x3"/>
  <p:notesSz cx="6668770" cy="987234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ção Padrão" id="{1964D743-772E-4BD7-8514-ABA6EC1CBD20}">
          <p14:sldIdLst>
            <p14:sldId id="256"/>
            <p14:sldId id="261"/>
            <p14:sldId id="262"/>
            <p14:sldId id="260"/>
          </p14:sldIdLst>
        </p14:section>
      </p14:sectionLst>
    </p:ex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52" d="100"/>
          <a:sy n="52" d="100"/>
        </p:scale>
        <p:origin x="2292" y="66"/>
      </p:cViewPr>
      <p:guideLst>
        <p:guide orient="horz" pos="2880"/>
        <p:guide pos="2160"/>
      </p:guideLst>
    </p:cSldViewPr>
  </p:slideViewPr>
  <p:notesTextViewPr>
    <p:cViewPr>
      <p:scale>
        <a:sx n="1" d="1"/>
        <a:sy n="1" d="1"/>
      </p:scale>
      <p:origin x="0" y="0"/>
    </p:cViewPr>
  </p:notesTextViewPr>
  <p:notesViewPr>
    <p:cSldViewPr>
      <p:cViewPr varScale="1">
        <p:scale>
          <a:sx n="53" d="100"/>
          <a:sy n="53" d="100"/>
        </p:scale>
        <p:origin x="2934" y="4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presProps" Target="presProps.xml"/><Relationship Id="rId8" Type="http://schemas.openxmlformats.org/officeDocument/2006/relationships/handoutMaster" Target="handoutMasters/handoutMaster1.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1" Type="http://schemas.openxmlformats.org/officeDocument/2006/relationships/tableStyles" Target="tableStyles.xml"/><Relationship Id="rId10" Type="http://schemas.openxmlformats.org/officeDocument/2006/relationships/viewProps" Target="viewProps.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889250" cy="495300"/>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sz="quarter" idx="1"/>
          </p:nvPr>
        </p:nvSpPr>
        <p:spPr>
          <a:xfrm>
            <a:off x="3778250" y="0"/>
            <a:ext cx="2889250" cy="495300"/>
          </a:xfrm>
          <a:prstGeom prst="rect">
            <a:avLst/>
          </a:prstGeom>
        </p:spPr>
        <p:txBody>
          <a:bodyPr vert="horz" lIns="91440" tIns="45720" rIns="91440" bIns="45720" rtlCol="0"/>
          <a:lstStyle>
            <a:lvl1pPr algn="r">
              <a:defRPr sz="1200"/>
            </a:lvl1pPr>
          </a:lstStyle>
          <a:p>
            <a:fld id="{BC60349B-FCB9-462F-9133-022B75AB1EC4}" type="datetimeFigureOut">
              <a:rPr lang="pt-BR" smtClean="0"/>
            </a:fld>
            <a:endParaRPr lang="pt-BR"/>
          </a:p>
        </p:txBody>
      </p:sp>
      <p:sp>
        <p:nvSpPr>
          <p:cNvPr id="4" name="Espaço Reservado para Rodapé 3"/>
          <p:cNvSpPr>
            <a:spLocks noGrp="1"/>
          </p:cNvSpPr>
          <p:nvPr>
            <p:ph type="ftr" sz="quarter" idx="2"/>
          </p:nvPr>
        </p:nvSpPr>
        <p:spPr>
          <a:xfrm>
            <a:off x="0" y="9377363"/>
            <a:ext cx="2889250" cy="495300"/>
          </a:xfrm>
          <a:prstGeom prst="rect">
            <a:avLst/>
          </a:prstGeom>
        </p:spPr>
        <p:txBody>
          <a:bodyPr vert="horz" lIns="91440" tIns="45720" rIns="91440" bIns="45720" rtlCol="0" anchor="b"/>
          <a:lstStyle>
            <a:lvl1pPr algn="l">
              <a:defRPr sz="1200"/>
            </a:lvl1pPr>
          </a:lstStyle>
          <a:p>
            <a:endParaRPr lang="pt-BR"/>
          </a:p>
        </p:txBody>
      </p:sp>
      <p:sp>
        <p:nvSpPr>
          <p:cNvPr id="5" name="Espaço Reservado para Número de Slide 4"/>
          <p:cNvSpPr>
            <a:spLocks noGrp="1"/>
          </p:cNvSpPr>
          <p:nvPr>
            <p:ph type="sldNum" sz="quarter" idx="3"/>
          </p:nvPr>
        </p:nvSpPr>
        <p:spPr>
          <a:xfrm>
            <a:off x="3778250" y="9377363"/>
            <a:ext cx="2889250" cy="495300"/>
          </a:xfrm>
          <a:prstGeom prst="rect">
            <a:avLst/>
          </a:prstGeom>
        </p:spPr>
        <p:txBody>
          <a:bodyPr vert="horz" lIns="91440" tIns="45720" rIns="91440" bIns="45720" rtlCol="0" anchor="b"/>
          <a:lstStyle>
            <a:lvl1pPr algn="r">
              <a:defRPr sz="1200"/>
            </a:lvl1pPr>
          </a:lstStyle>
          <a:p>
            <a:fld id="{C62C0C42-5926-47AF-9C34-B0E8797C2CD4}" type="slidenum">
              <a:rPr lang="pt-BR" smtClean="0"/>
            </a:fld>
            <a:endParaRPr lang="pt-BR"/>
          </a:p>
        </p:txBody>
      </p:sp>
    </p:spTree>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9" Type="http://schemas.openxmlformats.org/officeDocument/2006/relationships/image" Target="../media/image8.jpeg"/><Relationship Id="rId8" Type="http://schemas.openxmlformats.org/officeDocument/2006/relationships/image" Target="../media/image7.jpeg"/><Relationship Id="rId7" Type="http://schemas.openxmlformats.org/officeDocument/2006/relationships/image" Target="../media/image6.png"/><Relationship Id="rId6" Type="http://schemas.microsoft.com/office/2007/relationships/hdphoto" Target="../media/image5.wdp"/><Relationship Id="rId5" Type="http://schemas.openxmlformats.org/officeDocument/2006/relationships/image" Target="../media/image4.png"/><Relationship Id="rId4" Type="http://schemas.openxmlformats.org/officeDocument/2006/relationships/image" Target="../media/image3.jpeg"/><Relationship Id="rId3" Type="http://schemas.openxmlformats.org/officeDocument/2006/relationships/image" Target="../media/image2.png"/><Relationship Id="rId2" Type="http://schemas.openxmlformats.org/officeDocument/2006/relationships/image" Target="../media/image1.jpeg"/><Relationship Id="rId13" Type="http://schemas.openxmlformats.org/officeDocument/2006/relationships/image" Target="../media/image12.png"/><Relationship Id="rId12" Type="http://schemas.openxmlformats.org/officeDocument/2006/relationships/image" Target="../media/image11.png"/><Relationship Id="rId11" Type="http://schemas.openxmlformats.org/officeDocument/2006/relationships/image" Target="../media/image10.png"/><Relationship Id="rId10" Type="http://schemas.openxmlformats.org/officeDocument/2006/relationships/image" Target="../media/image9.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19.jpeg"/><Relationship Id="rId7" Type="http://schemas.openxmlformats.org/officeDocument/2006/relationships/image" Target="../media/image18.png"/><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lide de título">
    <p:spTree>
      <p:nvGrpSpPr>
        <p:cNvPr id="1" name=""/>
        <p:cNvGrpSpPr/>
        <p:nvPr/>
      </p:nvGrpSpPr>
      <p:grpSpPr>
        <a:xfrm>
          <a:off x="0" y="0"/>
          <a:ext cx="0" cy="0"/>
          <a:chOff x="0" y="0"/>
          <a:chExt cx="0" cy="0"/>
        </a:xfrm>
      </p:grpSpPr>
      <p:sp>
        <p:nvSpPr>
          <p:cNvPr id="10" name="Retângulo de cantos arredondados 9"/>
          <p:cNvSpPr/>
          <p:nvPr userDrawn="1"/>
        </p:nvSpPr>
        <p:spPr>
          <a:xfrm>
            <a:off x="0" y="999801"/>
            <a:ext cx="6866256" cy="314325"/>
          </a:xfrm>
          <a:prstGeom prst="roundRect">
            <a:avLst/>
          </a:prstGeom>
          <a:solidFill>
            <a:schemeClr val="accent5">
              <a:lumMod val="50000"/>
            </a:schemeClr>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lnSpc>
                <a:spcPct val="115000"/>
              </a:lnSpc>
              <a:spcAft>
                <a:spcPts val="1000"/>
              </a:spcAft>
            </a:pPr>
            <a:r>
              <a:rPr lang="pt-BR" sz="1200" b="1" dirty="0">
                <a:effectLst/>
                <a:latin typeface="Arial" panose="020B0604020202020204"/>
                <a:ea typeface="Calibri" panose="020F0502020204030204"/>
                <a:cs typeface="Times New Roman" panose="02020603050405020304"/>
              </a:rPr>
              <a:t>RELATÓRIO TÉCNICO – ANÁLISE</a:t>
            </a:r>
            <a:r>
              <a:rPr lang="pt-BR" sz="1200" b="1" baseline="0" dirty="0">
                <a:effectLst/>
                <a:latin typeface="Arial" panose="020B0604020202020204"/>
                <a:ea typeface="Calibri" panose="020F0502020204030204"/>
                <a:cs typeface="Times New Roman" panose="02020603050405020304"/>
              </a:rPr>
              <a:t> DE “PEÇA” PARA GARANTIA LCAC E RAC  </a:t>
            </a:r>
            <a:endParaRPr lang="en-US" sz="1100" dirty="0">
              <a:effectLst/>
              <a:ea typeface="Calibri" panose="020F0502020204030204"/>
              <a:cs typeface="Times New Roman" panose="02020603050405020304"/>
            </a:endParaRPr>
          </a:p>
        </p:txBody>
      </p:sp>
      <p:sp>
        <p:nvSpPr>
          <p:cNvPr id="11" name="Retângulo de cantos arredondados 10"/>
          <p:cNvSpPr/>
          <p:nvPr userDrawn="1"/>
        </p:nvSpPr>
        <p:spPr>
          <a:xfrm>
            <a:off x="0" y="1362386"/>
            <a:ext cx="3341053" cy="285750"/>
          </a:xfrm>
          <a:prstGeom prst="roundRect">
            <a:avLst/>
          </a:prstGeom>
          <a:solidFill>
            <a:schemeClr val="accent5">
              <a:lumMod val="7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nSpc>
                <a:spcPct val="115000"/>
              </a:lnSpc>
              <a:spcAft>
                <a:spcPts val="1000"/>
              </a:spcAft>
            </a:pPr>
            <a:r>
              <a:rPr lang="pt-BR" sz="1000" b="1" dirty="0">
                <a:effectLst/>
                <a:latin typeface="Arial" panose="020B0604020202020204"/>
                <a:ea typeface="Calibri" panose="020F0502020204030204"/>
                <a:cs typeface="Times New Roman" panose="02020603050405020304"/>
              </a:rPr>
              <a:t>CANAL:  ASD /</a:t>
            </a:r>
            <a:r>
              <a:rPr lang="pt-BR" sz="1000" b="1" baseline="0" dirty="0">
                <a:effectLst/>
                <a:latin typeface="Arial" panose="020B0604020202020204"/>
                <a:ea typeface="Calibri" panose="020F0502020204030204"/>
                <a:cs typeface="Times New Roman" panose="02020603050405020304"/>
              </a:rPr>
              <a:t> ASI – Distribuidor / Revenda </a:t>
            </a:r>
            <a:endParaRPr lang="en-US" sz="1100" dirty="0">
              <a:effectLst/>
              <a:ea typeface="Calibri" panose="020F0502020204030204"/>
              <a:cs typeface="Times New Roman" panose="02020603050405020304"/>
            </a:endParaRPr>
          </a:p>
        </p:txBody>
      </p:sp>
      <p:sp>
        <p:nvSpPr>
          <p:cNvPr id="12" name="Retângulo de cantos arredondados 11"/>
          <p:cNvSpPr/>
          <p:nvPr userDrawn="1"/>
        </p:nvSpPr>
        <p:spPr>
          <a:xfrm>
            <a:off x="3385503" y="1362386"/>
            <a:ext cx="3472497" cy="285750"/>
          </a:xfrm>
          <a:prstGeom prst="roundRect">
            <a:avLst/>
          </a:prstGeom>
          <a:solidFill>
            <a:schemeClr val="accent5">
              <a:lumMod val="7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nSpc>
                <a:spcPct val="115000"/>
              </a:lnSpc>
              <a:spcAft>
                <a:spcPts val="1000"/>
              </a:spcAft>
            </a:pPr>
            <a:r>
              <a:rPr lang="pt-BR" sz="1000" b="1" dirty="0">
                <a:effectLst/>
                <a:latin typeface="Arial" panose="020B0604020202020204"/>
                <a:ea typeface="Calibri" panose="020F0502020204030204"/>
                <a:cs typeface="Times New Roman" panose="02020603050405020304"/>
              </a:rPr>
              <a:t>DATA APLICADA: 05/07/2021</a:t>
            </a:r>
            <a:endParaRPr lang="en-US" sz="1100" dirty="0">
              <a:effectLst/>
              <a:ea typeface="Calibri" panose="020F0502020204030204"/>
              <a:cs typeface="Times New Roman" panose="02020603050405020304"/>
            </a:endParaRPr>
          </a:p>
        </p:txBody>
      </p:sp>
      <p:sp>
        <p:nvSpPr>
          <p:cNvPr id="30" name="Retângulo 29"/>
          <p:cNvSpPr/>
          <p:nvPr userDrawn="1"/>
        </p:nvSpPr>
        <p:spPr>
          <a:xfrm>
            <a:off x="217714" y="1778769"/>
            <a:ext cx="6451646" cy="888232"/>
          </a:xfrm>
          <a:prstGeom prst="rect">
            <a:avLst/>
          </a:prstGeom>
          <a:solidFill>
            <a:srgbClr val="FFFF00"/>
          </a:solidFill>
          <a:ln w="666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1" name="CaixaDeTexto 30"/>
          <p:cNvSpPr txBox="1"/>
          <p:nvPr userDrawn="1"/>
        </p:nvSpPr>
        <p:spPr>
          <a:xfrm>
            <a:off x="291859" y="1867668"/>
            <a:ext cx="6305494" cy="738664"/>
          </a:xfrm>
          <a:prstGeom prst="rect">
            <a:avLst/>
          </a:prstGeom>
          <a:solidFill>
            <a:srgbClr val="FFFF00"/>
          </a:solidFill>
          <a:ln w="19050">
            <a:solidFill>
              <a:schemeClr val="tx1"/>
            </a:solidFill>
          </a:ln>
        </p:spPr>
        <p:txBody>
          <a:bodyPr wrap="square" rtlCol="0">
            <a:spAutoFit/>
          </a:bodyPr>
          <a:lstStyle/>
          <a:p>
            <a:pPr algn="just">
              <a:tabLst>
                <a:tab pos="0" algn="l"/>
              </a:tabLst>
            </a:pPr>
            <a:r>
              <a:rPr lang="pt-BR" sz="1400" b="1" dirty="0">
                <a:latin typeface="Calibri" panose="020F0502020204030204" pitchFamily="34" charset="0"/>
                <a:ea typeface="Verdana" panose="020B0604030504040204" pitchFamily="34" charset="0"/>
                <a:cs typeface="Shonar Bangla" panose="020B0502040204020203" pitchFamily="34" charset="0"/>
              </a:rPr>
              <a:t>	</a:t>
            </a:r>
            <a:br>
              <a:rPr lang="pt-BR" sz="1400" b="1" dirty="0">
                <a:latin typeface="Calibri" panose="020F0502020204030204" pitchFamily="34" charset="0"/>
                <a:ea typeface="Verdana" panose="020B0604030504040204" pitchFamily="34" charset="0"/>
                <a:cs typeface="Shonar Bangla" panose="020B0502040204020203" pitchFamily="34" charset="0"/>
              </a:rPr>
            </a:br>
            <a:r>
              <a:rPr lang="pt-BR" sz="1400" b="1" dirty="0">
                <a:latin typeface="Calibri" panose="020F0502020204030204" pitchFamily="34" charset="0"/>
                <a:ea typeface="Verdana" panose="020B0604030504040204" pitchFamily="34" charset="0"/>
                <a:cs typeface="Shonar Bangla" panose="020B0502040204020203" pitchFamily="34" charset="0"/>
              </a:rPr>
              <a:t>Pa</a:t>
            </a:r>
            <a:r>
              <a:rPr lang="pt-BR" sz="1400" b="1" baseline="0" dirty="0">
                <a:latin typeface="Calibri" panose="020F0502020204030204" pitchFamily="34" charset="0"/>
                <a:ea typeface="Verdana" panose="020B0604030504040204" pitchFamily="34" charset="0"/>
                <a:cs typeface="Shonar Bangla" panose="020B0502040204020203" pitchFamily="34" charset="0"/>
              </a:rPr>
              <a:t>ra a solicitação da Garantia é obrigatório o preenchimento completo deste relatório . O mesmo auxilia a análise do problema.</a:t>
            </a:r>
            <a:endParaRPr lang="pt-BR" sz="1400" b="1" dirty="0">
              <a:latin typeface="Calibri" panose="020F0502020204030204" pitchFamily="34" charset="0"/>
              <a:ea typeface="Verdana" panose="020B0604030504040204" pitchFamily="34" charset="0"/>
              <a:cs typeface="Shonar Bangla" panose="020B0502040204020203" pitchFamily="34" charset="0"/>
            </a:endParaRPr>
          </a:p>
        </p:txBody>
      </p:sp>
      <p:sp>
        <p:nvSpPr>
          <p:cNvPr id="32" name="Retângulo 31"/>
          <p:cNvSpPr/>
          <p:nvPr userDrawn="1"/>
        </p:nvSpPr>
        <p:spPr>
          <a:xfrm>
            <a:off x="291858" y="1842621"/>
            <a:ext cx="6305495" cy="22566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400" b="1" dirty="0">
                <a:solidFill>
                  <a:srgbClr val="FFFF00"/>
                </a:solidFill>
              </a:rPr>
              <a:t>ATENÇÃO</a:t>
            </a:r>
            <a:endParaRPr lang="en-US" sz="1400" b="1" dirty="0">
              <a:solidFill>
                <a:srgbClr val="FFFF00"/>
              </a:solidFill>
            </a:endParaRPr>
          </a:p>
        </p:txBody>
      </p:sp>
      <p:sp>
        <p:nvSpPr>
          <p:cNvPr id="44" name="CaixaDeTexto 43"/>
          <p:cNvSpPr txBox="1"/>
          <p:nvPr userDrawn="1"/>
        </p:nvSpPr>
        <p:spPr>
          <a:xfrm>
            <a:off x="306006" y="2721564"/>
            <a:ext cx="3140924" cy="307777"/>
          </a:xfrm>
          <a:prstGeom prst="rect">
            <a:avLst/>
          </a:prstGeom>
          <a:noFill/>
        </p:spPr>
        <p:txBody>
          <a:bodyPr wrap="none" rtlCol="0">
            <a:spAutoFit/>
          </a:bodyPr>
          <a:lstStyle/>
          <a:p>
            <a:r>
              <a:rPr lang="pt-BR" sz="1400" b="1" dirty="0"/>
              <a:t>DADOS DA REVENDA E DO INSTALADOR</a:t>
            </a:r>
            <a:endParaRPr lang="en-US" sz="1400" b="1" dirty="0"/>
          </a:p>
        </p:txBody>
      </p:sp>
      <p:sp>
        <p:nvSpPr>
          <p:cNvPr id="45" name="CaixaDeTexto 44"/>
          <p:cNvSpPr txBox="1"/>
          <p:nvPr userDrawn="1"/>
        </p:nvSpPr>
        <p:spPr>
          <a:xfrm>
            <a:off x="141537" y="3004866"/>
            <a:ext cx="1720215" cy="276999"/>
          </a:xfrm>
          <a:prstGeom prst="rect">
            <a:avLst/>
          </a:prstGeom>
          <a:noFill/>
          <a:ln>
            <a:noFill/>
          </a:ln>
        </p:spPr>
        <p:txBody>
          <a:bodyPr wrap="none" rtlCol="0">
            <a:spAutoFit/>
          </a:bodyPr>
          <a:lstStyle/>
          <a:p>
            <a:r>
              <a:rPr lang="pt-BR" sz="1200" b="0" dirty="0"/>
              <a:t>  Nome</a:t>
            </a:r>
            <a:r>
              <a:rPr lang="pt-BR" sz="1200" b="0" baseline="0" dirty="0"/>
              <a:t> da Revenda        :</a:t>
            </a:r>
            <a:endParaRPr lang="en-US" sz="1200" b="0" dirty="0"/>
          </a:p>
        </p:txBody>
      </p:sp>
      <p:sp>
        <p:nvSpPr>
          <p:cNvPr id="49" name="CaixaDeTexto 48"/>
          <p:cNvSpPr txBox="1"/>
          <p:nvPr userDrawn="1"/>
        </p:nvSpPr>
        <p:spPr>
          <a:xfrm>
            <a:off x="122487" y="3392266"/>
            <a:ext cx="1729961" cy="276999"/>
          </a:xfrm>
          <a:prstGeom prst="rect">
            <a:avLst/>
          </a:prstGeom>
          <a:noFill/>
          <a:ln>
            <a:noFill/>
          </a:ln>
        </p:spPr>
        <p:txBody>
          <a:bodyPr wrap="none" rtlCol="0">
            <a:spAutoFit/>
          </a:bodyPr>
          <a:lstStyle/>
          <a:p>
            <a:r>
              <a:rPr lang="pt-BR" sz="1200" b="0" dirty="0"/>
              <a:t>  BR da ASD</a:t>
            </a:r>
            <a:r>
              <a:rPr lang="pt-BR" sz="1200" b="0" baseline="0" dirty="0"/>
              <a:t> / ASI             :</a:t>
            </a:r>
            <a:endParaRPr lang="en-US" sz="1200" b="0" dirty="0"/>
          </a:p>
        </p:txBody>
      </p:sp>
      <p:sp>
        <p:nvSpPr>
          <p:cNvPr id="50" name="CaixaDeTexto 49"/>
          <p:cNvSpPr txBox="1"/>
          <p:nvPr userDrawn="1"/>
        </p:nvSpPr>
        <p:spPr>
          <a:xfrm>
            <a:off x="133205" y="3787131"/>
            <a:ext cx="1713611" cy="276999"/>
          </a:xfrm>
          <a:prstGeom prst="rect">
            <a:avLst/>
          </a:prstGeom>
          <a:noFill/>
          <a:ln>
            <a:noFill/>
          </a:ln>
        </p:spPr>
        <p:txBody>
          <a:bodyPr wrap="none" rtlCol="0">
            <a:spAutoFit/>
          </a:bodyPr>
          <a:lstStyle/>
          <a:p>
            <a:r>
              <a:rPr lang="pt-BR" sz="1200" b="0" dirty="0"/>
              <a:t>  Dados</a:t>
            </a:r>
            <a:r>
              <a:rPr lang="pt-BR" sz="1200" b="0" baseline="0" dirty="0"/>
              <a:t> da Instaladora   :</a:t>
            </a:r>
            <a:endParaRPr lang="en-US" sz="1200" b="0" dirty="0"/>
          </a:p>
        </p:txBody>
      </p:sp>
      <p:sp>
        <p:nvSpPr>
          <p:cNvPr id="51" name="CaixaDeTexto 50"/>
          <p:cNvSpPr txBox="1"/>
          <p:nvPr userDrawn="1"/>
        </p:nvSpPr>
        <p:spPr>
          <a:xfrm>
            <a:off x="128336" y="4181996"/>
            <a:ext cx="1756828" cy="276999"/>
          </a:xfrm>
          <a:prstGeom prst="rect">
            <a:avLst/>
          </a:prstGeom>
          <a:noFill/>
          <a:ln>
            <a:noFill/>
          </a:ln>
        </p:spPr>
        <p:txBody>
          <a:bodyPr wrap="none" rtlCol="0">
            <a:spAutoFit/>
          </a:bodyPr>
          <a:lstStyle/>
          <a:p>
            <a:r>
              <a:rPr lang="pt-BR" sz="1200" b="0" dirty="0"/>
              <a:t>  Dados</a:t>
            </a:r>
            <a:r>
              <a:rPr lang="pt-BR" sz="1200" b="0" baseline="0" dirty="0"/>
              <a:t> do Instalador     :</a:t>
            </a:r>
            <a:endParaRPr lang="en-US" sz="1200" b="0" dirty="0"/>
          </a:p>
        </p:txBody>
      </p:sp>
      <p:sp>
        <p:nvSpPr>
          <p:cNvPr id="52" name="CaixaDeTexto 51"/>
          <p:cNvSpPr txBox="1"/>
          <p:nvPr userDrawn="1"/>
        </p:nvSpPr>
        <p:spPr>
          <a:xfrm>
            <a:off x="126157" y="4590600"/>
            <a:ext cx="1720984" cy="276999"/>
          </a:xfrm>
          <a:prstGeom prst="rect">
            <a:avLst/>
          </a:prstGeom>
          <a:noFill/>
          <a:ln>
            <a:noFill/>
          </a:ln>
        </p:spPr>
        <p:txBody>
          <a:bodyPr wrap="none" rtlCol="0">
            <a:spAutoFit/>
          </a:bodyPr>
          <a:lstStyle/>
          <a:p>
            <a:r>
              <a:rPr lang="pt-BR" sz="1200" b="0" dirty="0"/>
              <a:t>  Telefone</a:t>
            </a:r>
            <a:r>
              <a:rPr lang="pt-BR" sz="1200" b="0" baseline="0" dirty="0"/>
              <a:t> do Instalador :</a:t>
            </a:r>
            <a:endParaRPr lang="en-US" sz="1200" b="0" dirty="0"/>
          </a:p>
        </p:txBody>
      </p:sp>
      <p:sp>
        <p:nvSpPr>
          <p:cNvPr id="53" name="Retângulo 52"/>
          <p:cNvSpPr/>
          <p:nvPr userDrawn="1"/>
        </p:nvSpPr>
        <p:spPr>
          <a:xfrm>
            <a:off x="2028591" y="3003375"/>
            <a:ext cx="4568761"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54" name="Retângulo 53"/>
          <p:cNvSpPr/>
          <p:nvPr userDrawn="1"/>
        </p:nvSpPr>
        <p:spPr>
          <a:xfrm>
            <a:off x="2015051" y="3383894"/>
            <a:ext cx="1845998"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55" name="Retângulo 54"/>
          <p:cNvSpPr/>
          <p:nvPr userDrawn="1"/>
        </p:nvSpPr>
        <p:spPr>
          <a:xfrm>
            <a:off x="2028592" y="3787454"/>
            <a:ext cx="4568760"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t>‘</a:t>
            </a:r>
            <a:endParaRPr lang="en-US" sz="1200" dirty="0"/>
          </a:p>
        </p:txBody>
      </p:sp>
      <p:sp>
        <p:nvSpPr>
          <p:cNvPr id="56" name="Retângulo 55"/>
          <p:cNvSpPr/>
          <p:nvPr userDrawn="1"/>
        </p:nvSpPr>
        <p:spPr>
          <a:xfrm>
            <a:off x="2028191" y="4194179"/>
            <a:ext cx="4569161"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57" name="Retângulo 56"/>
          <p:cNvSpPr/>
          <p:nvPr userDrawn="1"/>
        </p:nvSpPr>
        <p:spPr>
          <a:xfrm>
            <a:off x="2028592" y="4592148"/>
            <a:ext cx="4568760"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58" name="CaixaDeTexto 57"/>
          <p:cNvSpPr txBox="1"/>
          <p:nvPr userDrawn="1"/>
        </p:nvSpPr>
        <p:spPr>
          <a:xfrm>
            <a:off x="303021" y="4947323"/>
            <a:ext cx="1680845" cy="307777"/>
          </a:xfrm>
          <a:prstGeom prst="rect">
            <a:avLst/>
          </a:prstGeom>
          <a:noFill/>
        </p:spPr>
        <p:txBody>
          <a:bodyPr wrap="none" rtlCol="0">
            <a:spAutoFit/>
          </a:bodyPr>
          <a:lstStyle/>
          <a:p>
            <a:r>
              <a:rPr lang="pt-BR" sz="1400" b="1" dirty="0"/>
              <a:t>DADOS DO</a:t>
            </a:r>
            <a:r>
              <a:rPr lang="pt-BR" sz="1400" b="1" baseline="0" dirty="0"/>
              <a:t> CLIENTE </a:t>
            </a:r>
            <a:endParaRPr lang="en-US" sz="1400" b="1" dirty="0"/>
          </a:p>
        </p:txBody>
      </p:sp>
      <p:sp>
        <p:nvSpPr>
          <p:cNvPr id="59" name="CaixaDeTexto 58"/>
          <p:cNvSpPr txBox="1"/>
          <p:nvPr userDrawn="1"/>
        </p:nvSpPr>
        <p:spPr>
          <a:xfrm>
            <a:off x="178369" y="5230698"/>
            <a:ext cx="1873514" cy="276999"/>
          </a:xfrm>
          <a:prstGeom prst="rect">
            <a:avLst/>
          </a:prstGeom>
          <a:noFill/>
          <a:ln>
            <a:noFill/>
          </a:ln>
        </p:spPr>
        <p:txBody>
          <a:bodyPr wrap="square" rtlCol="0">
            <a:spAutoFit/>
          </a:bodyPr>
          <a:lstStyle/>
          <a:p>
            <a:r>
              <a:rPr lang="pt-BR" sz="1200" b="0" dirty="0"/>
              <a:t> Nome</a:t>
            </a:r>
            <a:r>
              <a:rPr lang="pt-BR" sz="1200" b="0" baseline="0" dirty="0"/>
              <a:t> do Cliente          :</a:t>
            </a:r>
            <a:endParaRPr lang="en-US" sz="1200" b="0" dirty="0"/>
          </a:p>
        </p:txBody>
      </p:sp>
      <p:sp>
        <p:nvSpPr>
          <p:cNvPr id="60" name="CaixaDeTexto 59"/>
          <p:cNvSpPr txBox="1"/>
          <p:nvPr userDrawn="1"/>
        </p:nvSpPr>
        <p:spPr>
          <a:xfrm>
            <a:off x="225343" y="5618098"/>
            <a:ext cx="1620957" cy="276999"/>
          </a:xfrm>
          <a:prstGeom prst="rect">
            <a:avLst/>
          </a:prstGeom>
          <a:noFill/>
          <a:ln>
            <a:noFill/>
          </a:ln>
        </p:spPr>
        <p:txBody>
          <a:bodyPr wrap="none" rtlCol="0">
            <a:spAutoFit/>
          </a:bodyPr>
          <a:lstStyle/>
          <a:p>
            <a:r>
              <a:rPr lang="pt-BR" sz="1200" b="0" dirty="0"/>
              <a:t>Endereço do Cliente    </a:t>
            </a:r>
            <a:r>
              <a:rPr lang="pt-BR" sz="1200" b="0" baseline="0" dirty="0"/>
              <a:t>:</a:t>
            </a:r>
            <a:endParaRPr lang="en-US" sz="1200" b="0" dirty="0"/>
          </a:p>
        </p:txBody>
      </p:sp>
      <p:sp>
        <p:nvSpPr>
          <p:cNvPr id="61" name="CaixaDeTexto 60"/>
          <p:cNvSpPr txBox="1"/>
          <p:nvPr userDrawn="1"/>
        </p:nvSpPr>
        <p:spPr>
          <a:xfrm>
            <a:off x="194264" y="6012963"/>
            <a:ext cx="1645322" cy="276999"/>
          </a:xfrm>
          <a:prstGeom prst="rect">
            <a:avLst/>
          </a:prstGeom>
          <a:noFill/>
          <a:ln>
            <a:noFill/>
          </a:ln>
        </p:spPr>
        <p:txBody>
          <a:bodyPr wrap="none" rtlCol="0">
            <a:spAutoFit/>
          </a:bodyPr>
          <a:lstStyle/>
          <a:p>
            <a:r>
              <a:rPr lang="pt-BR" sz="1200" b="0" dirty="0"/>
              <a:t>Complemento               </a:t>
            </a:r>
            <a:r>
              <a:rPr lang="pt-BR" sz="1200" b="0" baseline="0" dirty="0"/>
              <a:t>:</a:t>
            </a:r>
            <a:endParaRPr lang="en-US" sz="1200" b="0" dirty="0"/>
          </a:p>
        </p:txBody>
      </p:sp>
      <p:sp>
        <p:nvSpPr>
          <p:cNvPr id="62" name="CaixaDeTexto 61"/>
          <p:cNvSpPr txBox="1"/>
          <p:nvPr userDrawn="1"/>
        </p:nvSpPr>
        <p:spPr>
          <a:xfrm>
            <a:off x="237251" y="6816432"/>
            <a:ext cx="1601272" cy="276999"/>
          </a:xfrm>
          <a:prstGeom prst="rect">
            <a:avLst/>
          </a:prstGeom>
          <a:noFill/>
          <a:ln>
            <a:noFill/>
          </a:ln>
        </p:spPr>
        <p:txBody>
          <a:bodyPr wrap="none" rtlCol="0">
            <a:spAutoFit/>
          </a:bodyPr>
          <a:lstStyle/>
          <a:p>
            <a:r>
              <a:rPr lang="pt-BR" sz="1200" b="0" dirty="0"/>
              <a:t>Telefone</a:t>
            </a:r>
            <a:r>
              <a:rPr lang="pt-BR" sz="1200" b="0" baseline="0" dirty="0"/>
              <a:t> do Cliente     :</a:t>
            </a:r>
            <a:endParaRPr lang="en-US" sz="1200" b="0" dirty="0"/>
          </a:p>
        </p:txBody>
      </p:sp>
      <p:sp>
        <p:nvSpPr>
          <p:cNvPr id="63" name="Retângulo 62"/>
          <p:cNvSpPr/>
          <p:nvPr userDrawn="1"/>
        </p:nvSpPr>
        <p:spPr>
          <a:xfrm>
            <a:off x="2015050" y="5229207"/>
            <a:ext cx="4582302"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64" name="Retângulo 63"/>
          <p:cNvSpPr/>
          <p:nvPr userDrawn="1"/>
        </p:nvSpPr>
        <p:spPr>
          <a:xfrm>
            <a:off x="2015050" y="5609726"/>
            <a:ext cx="4582302"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65" name="Retângulo 64"/>
          <p:cNvSpPr/>
          <p:nvPr userDrawn="1"/>
        </p:nvSpPr>
        <p:spPr>
          <a:xfrm>
            <a:off x="2015049" y="6013286"/>
            <a:ext cx="2566079"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t>‘</a:t>
            </a:r>
            <a:endParaRPr lang="en-US" sz="1200" dirty="0"/>
          </a:p>
        </p:txBody>
      </p:sp>
      <p:sp>
        <p:nvSpPr>
          <p:cNvPr id="66" name="Retângulo 65"/>
          <p:cNvSpPr/>
          <p:nvPr userDrawn="1"/>
        </p:nvSpPr>
        <p:spPr>
          <a:xfrm>
            <a:off x="2015049" y="6420011"/>
            <a:ext cx="4582304"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75" name="Retângulo 74"/>
          <p:cNvSpPr/>
          <p:nvPr userDrawn="1"/>
        </p:nvSpPr>
        <p:spPr>
          <a:xfrm>
            <a:off x="2015050" y="6817980"/>
            <a:ext cx="4582302"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76" name="CaixaDeTexto 75"/>
          <p:cNvSpPr txBox="1"/>
          <p:nvPr userDrawn="1"/>
        </p:nvSpPr>
        <p:spPr>
          <a:xfrm>
            <a:off x="4589682" y="6009182"/>
            <a:ext cx="482440" cy="276999"/>
          </a:xfrm>
          <a:prstGeom prst="rect">
            <a:avLst/>
          </a:prstGeom>
          <a:noFill/>
          <a:ln>
            <a:noFill/>
          </a:ln>
        </p:spPr>
        <p:txBody>
          <a:bodyPr wrap="none" rtlCol="0">
            <a:spAutoFit/>
          </a:bodyPr>
          <a:lstStyle/>
          <a:p>
            <a:r>
              <a:rPr lang="pt-BR" sz="1200" b="0" dirty="0"/>
              <a:t>CEP.</a:t>
            </a:r>
            <a:r>
              <a:rPr lang="pt-BR" sz="1200" b="0" baseline="0" dirty="0"/>
              <a:t>:</a:t>
            </a:r>
            <a:endParaRPr lang="en-US" sz="1200" b="0" dirty="0"/>
          </a:p>
        </p:txBody>
      </p:sp>
      <p:sp>
        <p:nvSpPr>
          <p:cNvPr id="80" name="Retângulo 79"/>
          <p:cNvSpPr/>
          <p:nvPr userDrawn="1"/>
        </p:nvSpPr>
        <p:spPr>
          <a:xfrm>
            <a:off x="5124938" y="5995468"/>
            <a:ext cx="1472414"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81" name="CaixaDeTexto 80"/>
          <p:cNvSpPr txBox="1"/>
          <p:nvPr userDrawn="1"/>
        </p:nvSpPr>
        <p:spPr>
          <a:xfrm>
            <a:off x="213257" y="6407827"/>
            <a:ext cx="1626984" cy="276999"/>
          </a:xfrm>
          <a:prstGeom prst="rect">
            <a:avLst/>
          </a:prstGeom>
          <a:noFill/>
          <a:ln>
            <a:noFill/>
          </a:ln>
        </p:spPr>
        <p:txBody>
          <a:bodyPr wrap="none" rtlCol="0">
            <a:spAutoFit/>
          </a:bodyPr>
          <a:lstStyle/>
          <a:p>
            <a:r>
              <a:rPr lang="pt-BR" sz="1200" b="0" baseline="0" dirty="0"/>
              <a:t>Cidade / Estado            :</a:t>
            </a:r>
            <a:endParaRPr lang="en-US" sz="1200" b="0" dirty="0"/>
          </a:p>
        </p:txBody>
      </p:sp>
      <p:sp>
        <p:nvSpPr>
          <p:cNvPr id="82" name="CaixaDeTexto 81"/>
          <p:cNvSpPr txBox="1"/>
          <p:nvPr userDrawn="1"/>
        </p:nvSpPr>
        <p:spPr>
          <a:xfrm>
            <a:off x="304069" y="7164288"/>
            <a:ext cx="1792927" cy="307777"/>
          </a:xfrm>
          <a:prstGeom prst="rect">
            <a:avLst/>
          </a:prstGeom>
          <a:noFill/>
        </p:spPr>
        <p:txBody>
          <a:bodyPr wrap="none" rtlCol="0">
            <a:spAutoFit/>
          </a:bodyPr>
          <a:lstStyle/>
          <a:p>
            <a:r>
              <a:rPr lang="pt-BR" sz="1400" b="1" dirty="0"/>
              <a:t>DADOS DO</a:t>
            </a:r>
            <a:r>
              <a:rPr lang="pt-BR" sz="1400" b="1" baseline="0" dirty="0"/>
              <a:t> PRODUTO</a:t>
            </a:r>
            <a:endParaRPr lang="en-US" sz="1400" b="1" dirty="0"/>
          </a:p>
        </p:txBody>
      </p:sp>
      <p:sp>
        <p:nvSpPr>
          <p:cNvPr id="83" name="CaixaDeTexto 82"/>
          <p:cNvSpPr txBox="1"/>
          <p:nvPr userDrawn="1"/>
        </p:nvSpPr>
        <p:spPr>
          <a:xfrm>
            <a:off x="220321" y="7469074"/>
            <a:ext cx="1365833" cy="461665"/>
          </a:xfrm>
          <a:prstGeom prst="rect">
            <a:avLst/>
          </a:prstGeom>
          <a:noFill/>
          <a:ln>
            <a:noFill/>
          </a:ln>
        </p:spPr>
        <p:txBody>
          <a:bodyPr wrap="square" rtlCol="0">
            <a:spAutoFit/>
          </a:bodyPr>
          <a:lstStyle/>
          <a:p>
            <a:r>
              <a:rPr lang="pt-BR" sz="1200" b="0" dirty="0"/>
              <a:t>Mod. do Evap</a:t>
            </a:r>
            <a:r>
              <a:rPr lang="pt-BR" sz="1200" b="0" baseline="0" dirty="0"/>
              <a:t> ou</a:t>
            </a:r>
            <a:endParaRPr lang="pt-BR" sz="1200" b="0" dirty="0"/>
          </a:p>
          <a:p>
            <a:r>
              <a:rPr lang="pt-BR" sz="1200" b="0" dirty="0"/>
              <a:t>Condensador       :</a:t>
            </a:r>
            <a:endParaRPr lang="en-US" sz="1200" b="0" dirty="0"/>
          </a:p>
        </p:txBody>
      </p:sp>
      <p:sp>
        <p:nvSpPr>
          <p:cNvPr id="84" name="CaixaDeTexto 83"/>
          <p:cNvSpPr txBox="1"/>
          <p:nvPr userDrawn="1"/>
        </p:nvSpPr>
        <p:spPr>
          <a:xfrm>
            <a:off x="3645024" y="7468605"/>
            <a:ext cx="978153" cy="461665"/>
          </a:xfrm>
          <a:prstGeom prst="rect">
            <a:avLst/>
          </a:prstGeom>
          <a:noFill/>
          <a:ln>
            <a:noFill/>
          </a:ln>
        </p:spPr>
        <p:txBody>
          <a:bodyPr wrap="none" rtlCol="0">
            <a:spAutoFit/>
          </a:bodyPr>
          <a:lstStyle/>
          <a:p>
            <a:r>
              <a:rPr lang="pt-BR" sz="1200" b="0" dirty="0"/>
              <a:t>Número </a:t>
            </a:r>
            <a:endParaRPr lang="pt-BR" sz="1200" b="0" dirty="0"/>
          </a:p>
          <a:p>
            <a:r>
              <a:rPr lang="pt-BR" sz="1200" b="0" dirty="0"/>
              <a:t>de Série       </a:t>
            </a:r>
            <a:r>
              <a:rPr lang="pt-BR" sz="1200" b="0" baseline="0" dirty="0"/>
              <a:t>:</a:t>
            </a:r>
            <a:endParaRPr lang="en-US" sz="1200" b="0" dirty="0"/>
          </a:p>
        </p:txBody>
      </p:sp>
      <p:sp>
        <p:nvSpPr>
          <p:cNvPr id="85" name="CaixaDeTexto 84"/>
          <p:cNvSpPr txBox="1"/>
          <p:nvPr userDrawn="1"/>
        </p:nvSpPr>
        <p:spPr>
          <a:xfrm>
            <a:off x="208532" y="7976369"/>
            <a:ext cx="1407758" cy="276999"/>
          </a:xfrm>
          <a:prstGeom prst="rect">
            <a:avLst/>
          </a:prstGeom>
          <a:noFill/>
          <a:ln>
            <a:noFill/>
          </a:ln>
        </p:spPr>
        <p:txBody>
          <a:bodyPr wrap="none" rtlCol="0">
            <a:spAutoFit/>
          </a:bodyPr>
          <a:lstStyle/>
          <a:p>
            <a:r>
              <a:rPr lang="pt-BR" sz="1200" b="0" dirty="0"/>
              <a:t>Data</a:t>
            </a:r>
            <a:r>
              <a:rPr lang="pt-BR" sz="1200" b="0" baseline="0" dirty="0"/>
              <a:t> da Compra     :</a:t>
            </a:r>
            <a:endParaRPr lang="en-US" sz="1200" b="0" dirty="0"/>
          </a:p>
        </p:txBody>
      </p:sp>
      <p:sp>
        <p:nvSpPr>
          <p:cNvPr id="86" name="Retângulo 85"/>
          <p:cNvSpPr/>
          <p:nvPr userDrawn="1"/>
        </p:nvSpPr>
        <p:spPr>
          <a:xfrm>
            <a:off x="1586154" y="7456713"/>
            <a:ext cx="2058870" cy="463861"/>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tângulo 86"/>
          <p:cNvSpPr/>
          <p:nvPr userDrawn="1"/>
        </p:nvSpPr>
        <p:spPr>
          <a:xfrm>
            <a:off x="4581126" y="7474643"/>
            <a:ext cx="2016226" cy="462313"/>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tângulo 87"/>
          <p:cNvSpPr/>
          <p:nvPr userDrawn="1"/>
        </p:nvSpPr>
        <p:spPr>
          <a:xfrm>
            <a:off x="1586154" y="7993958"/>
            <a:ext cx="1554814"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9" name="Retângulo 88"/>
          <p:cNvSpPr/>
          <p:nvPr userDrawn="1"/>
        </p:nvSpPr>
        <p:spPr>
          <a:xfrm>
            <a:off x="1586155" y="8361620"/>
            <a:ext cx="2058870"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CaixaDeTexto 89"/>
          <p:cNvSpPr txBox="1"/>
          <p:nvPr userDrawn="1"/>
        </p:nvSpPr>
        <p:spPr>
          <a:xfrm>
            <a:off x="201637" y="8354736"/>
            <a:ext cx="1401409" cy="276999"/>
          </a:xfrm>
          <a:prstGeom prst="rect">
            <a:avLst/>
          </a:prstGeom>
          <a:noFill/>
          <a:ln>
            <a:noFill/>
          </a:ln>
        </p:spPr>
        <p:txBody>
          <a:bodyPr wrap="none" rtlCol="0">
            <a:spAutoFit/>
          </a:bodyPr>
          <a:lstStyle/>
          <a:p>
            <a:r>
              <a:rPr lang="pt-BR" sz="1200" b="0" baseline="0" dirty="0"/>
              <a:t>Nº da Nota Fiscal   :</a:t>
            </a:r>
            <a:endParaRPr lang="en-US" sz="1200" b="0" dirty="0"/>
          </a:p>
        </p:txBody>
      </p:sp>
      <p:sp>
        <p:nvSpPr>
          <p:cNvPr id="91" name="CaixaDeTexto 90"/>
          <p:cNvSpPr txBox="1"/>
          <p:nvPr userDrawn="1"/>
        </p:nvSpPr>
        <p:spPr>
          <a:xfrm>
            <a:off x="3095345" y="7998260"/>
            <a:ext cx="1511824" cy="276999"/>
          </a:xfrm>
          <a:prstGeom prst="rect">
            <a:avLst/>
          </a:prstGeom>
          <a:noFill/>
          <a:ln>
            <a:noFill/>
          </a:ln>
        </p:spPr>
        <p:txBody>
          <a:bodyPr wrap="none" rtlCol="0">
            <a:spAutoFit/>
          </a:bodyPr>
          <a:lstStyle/>
          <a:p>
            <a:r>
              <a:rPr lang="pt-BR" sz="1200" b="0" dirty="0"/>
              <a:t>Data</a:t>
            </a:r>
            <a:r>
              <a:rPr lang="pt-BR" sz="1200" b="0" baseline="0" dirty="0"/>
              <a:t> da Instalação    :</a:t>
            </a:r>
            <a:endParaRPr lang="en-US" sz="1200" b="0" dirty="0"/>
          </a:p>
        </p:txBody>
      </p:sp>
      <p:sp>
        <p:nvSpPr>
          <p:cNvPr id="92" name="Retângulo 91"/>
          <p:cNvSpPr/>
          <p:nvPr userDrawn="1"/>
        </p:nvSpPr>
        <p:spPr>
          <a:xfrm>
            <a:off x="4581127" y="7983191"/>
            <a:ext cx="2016225"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93" name="Retângulo de cantos arredondados 92"/>
          <p:cNvSpPr/>
          <p:nvPr userDrawn="1"/>
        </p:nvSpPr>
        <p:spPr>
          <a:xfrm>
            <a:off x="217714" y="2965275"/>
            <a:ext cx="6451646" cy="1980928"/>
          </a:xfrm>
          <a:prstGeom prst="roundRect">
            <a:avLst>
              <a:gd name="adj" fmla="val 5608"/>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tângulo de cantos arredondados 93"/>
          <p:cNvSpPr/>
          <p:nvPr userDrawn="1"/>
        </p:nvSpPr>
        <p:spPr>
          <a:xfrm>
            <a:off x="229099" y="5194272"/>
            <a:ext cx="6451646" cy="1980928"/>
          </a:xfrm>
          <a:prstGeom prst="roundRect">
            <a:avLst>
              <a:gd name="adj" fmla="val 5608"/>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tângulo de cantos arredondados 94"/>
          <p:cNvSpPr/>
          <p:nvPr userDrawn="1"/>
        </p:nvSpPr>
        <p:spPr>
          <a:xfrm>
            <a:off x="229099" y="7427028"/>
            <a:ext cx="6451646" cy="1268738"/>
          </a:xfrm>
          <a:prstGeom prst="roundRect">
            <a:avLst>
              <a:gd name="adj" fmla="val 5608"/>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Text Box 8"/>
          <p:cNvSpPr txBox="1">
            <a:spLocks noChangeArrowheads="1"/>
          </p:cNvSpPr>
          <p:nvPr userDrawn="1"/>
        </p:nvSpPr>
        <p:spPr bwMode="auto">
          <a:xfrm>
            <a:off x="6061490" y="670651"/>
            <a:ext cx="777240" cy="321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ctr" anchorCtr="0" upright="1">
            <a:noAutofit/>
          </a:bodyPr>
          <a:lstStyle/>
          <a:p>
            <a:pPr algn="ctr"/>
            <a:r>
              <a:rPr lang="pt-BR" sz="900" b="1" dirty="0">
                <a:effectLst/>
                <a:latin typeface="Times New Roman" panose="02020603050405020304"/>
                <a:ea typeface="Times New Roman" panose="02020603050405020304"/>
              </a:rPr>
              <a:t>Versão:</a:t>
            </a:r>
            <a:r>
              <a:rPr lang="pt-BR" sz="900" dirty="0">
                <a:effectLst/>
                <a:latin typeface="Times New Roman" panose="02020603050405020304"/>
                <a:ea typeface="Times New Roman" panose="02020603050405020304"/>
              </a:rPr>
              <a:t> 01</a:t>
            </a:r>
            <a:endParaRPr lang="en-US" sz="1200" dirty="0">
              <a:effectLst/>
              <a:latin typeface="Times New Roman" panose="02020603050405020304"/>
              <a:ea typeface="Times New Roman" panose="02020603050405020304"/>
            </a:endParaRPr>
          </a:p>
          <a:p>
            <a:pPr algn="ctr"/>
            <a:r>
              <a:rPr lang="pt-BR" sz="900" b="1" dirty="0">
                <a:effectLst/>
                <a:latin typeface="Times New Roman" panose="02020603050405020304"/>
                <a:ea typeface="Times New Roman" panose="02020603050405020304"/>
              </a:rPr>
              <a:t>Página</a:t>
            </a:r>
            <a:r>
              <a:rPr lang="pt-BR" sz="900" dirty="0">
                <a:effectLst/>
                <a:latin typeface="Times New Roman" panose="02020603050405020304"/>
                <a:ea typeface="Times New Roman" panose="02020603050405020304"/>
              </a:rPr>
              <a:t> 1/3</a:t>
            </a:r>
            <a:endParaRPr lang="en-US" sz="1200" dirty="0">
              <a:effectLst/>
              <a:latin typeface="Times New Roman" panose="02020603050405020304"/>
              <a:ea typeface="Times New Roman" panose="02020603050405020304"/>
            </a:endParaRPr>
          </a:p>
        </p:txBody>
      </p:sp>
      <p:sp>
        <p:nvSpPr>
          <p:cNvPr id="47" name="CaixaDeTexto 46"/>
          <p:cNvSpPr txBox="1"/>
          <p:nvPr userDrawn="1"/>
        </p:nvSpPr>
        <p:spPr>
          <a:xfrm>
            <a:off x="4003295" y="3396855"/>
            <a:ext cx="2605650" cy="276999"/>
          </a:xfrm>
          <a:prstGeom prst="rect">
            <a:avLst/>
          </a:prstGeom>
          <a:noFill/>
          <a:ln>
            <a:noFill/>
          </a:ln>
        </p:spPr>
        <p:txBody>
          <a:bodyPr wrap="none" rtlCol="0">
            <a:spAutoFit/>
          </a:bodyPr>
          <a:lstStyle/>
          <a:p>
            <a:r>
              <a:rPr lang="pt-BR" sz="1200" b="0" dirty="0"/>
              <a:t>  Número BR do</a:t>
            </a:r>
            <a:r>
              <a:rPr lang="pt-BR" sz="1200" b="0" baseline="0" dirty="0"/>
              <a:t> Distribuidor / Revenda</a:t>
            </a:r>
            <a:endParaRPr lang="en-US" sz="1200" b="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fill="hold"/>
                                        <p:tgtEl>
                                          <p:spTgt spid="31"/>
                                        </p:tgtEl>
                                        <p:attrNameLst>
                                          <p:attrName>ppt_w</p:attrName>
                                        </p:attrNameLst>
                                      </p:cBhvr>
                                      <p:tavLst>
                                        <p:tav tm="0">
                                          <p:val>
                                            <p:fltVal val="0"/>
                                          </p:val>
                                        </p:tav>
                                        <p:tav tm="100000">
                                          <p:val>
                                            <p:strVal val="#ppt_w"/>
                                          </p:val>
                                        </p:tav>
                                      </p:tavLst>
                                    </p:anim>
                                    <p:anim calcmode="lin" valueType="num">
                                      <p:cBhvr>
                                        <p:cTn id="8" dur="500" fill="hold"/>
                                        <p:tgtEl>
                                          <p:spTgt spid="31"/>
                                        </p:tgtEl>
                                        <p:attrNameLst>
                                          <p:attrName>ppt_h</p:attrName>
                                        </p:attrNameLst>
                                      </p:cBhvr>
                                      <p:tavLst>
                                        <p:tav tm="0">
                                          <p:val>
                                            <p:fltVal val="0"/>
                                          </p:val>
                                        </p:tav>
                                        <p:tav tm="100000">
                                          <p:val>
                                            <p:strVal val="#ppt_h"/>
                                          </p:val>
                                        </p:tav>
                                      </p:tavLst>
                                    </p:anim>
                                    <p:animEffect transition="in" filter="fade">
                                      <p:cBhvr>
                                        <p:cTn id="9"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2">
    <p:spTree>
      <p:nvGrpSpPr>
        <p:cNvPr id="1" name=""/>
        <p:cNvGrpSpPr/>
        <p:nvPr/>
      </p:nvGrpSpPr>
      <p:grpSpPr>
        <a:xfrm>
          <a:off x="0" y="0"/>
          <a:ext cx="0" cy="0"/>
          <a:chOff x="0" y="0"/>
          <a:chExt cx="0" cy="0"/>
        </a:xfrm>
      </p:grpSpPr>
      <p:sp>
        <p:nvSpPr>
          <p:cNvPr id="7" name="CaixaDeTexto 6"/>
          <p:cNvSpPr txBox="1"/>
          <p:nvPr userDrawn="1"/>
        </p:nvSpPr>
        <p:spPr>
          <a:xfrm>
            <a:off x="141537" y="899592"/>
            <a:ext cx="3302186" cy="307777"/>
          </a:xfrm>
          <a:prstGeom prst="rect">
            <a:avLst/>
          </a:prstGeom>
          <a:noFill/>
        </p:spPr>
        <p:txBody>
          <a:bodyPr wrap="none" rtlCol="0">
            <a:spAutoFit/>
          </a:bodyPr>
          <a:lstStyle/>
          <a:p>
            <a:r>
              <a:rPr lang="pt-BR" sz="1400" b="1" dirty="0"/>
              <a:t> ANÁLISE</a:t>
            </a:r>
            <a:r>
              <a:rPr lang="pt-BR" sz="1400" b="1" baseline="0" dirty="0"/>
              <a:t> A SER REALIZADA PELO TÉCNICO</a:t>
            </a:r>
            <a:endParaRPr lang="en-US" sz="1400" b="1" dirty="0"/>
          </a:p>
        </p:txBody>
      </p:sp>
      <p:sp>
        <p:nvSpPr>
          <p:cNvPr id="8" name="CaixaDeTexto 7"/>
          <p:cNvSpPr txBox="1"/>
          <p:nvPr userDrawn="1"/>
        </p:nvSpPr>
        <p:spPr>
          <a:xfrm>
            <a:off x="160588" y="1314934"/>
            <a:ext cx="3052126" cy="461665"/>
          </a:xfrm>
          <a:prstGeom prst="rect">
            <a:avLst/>
          </a:prstGeom>
          <a:noFill/>
          <a:ln>
            <a:noFill/>
          </a:ln>
        </p:spPr>
        <p:txBody>
          <a:bodyPr wrap="square" rtlCol="0">
            <a:spAutoFit/>
          </a:bodyPr>
          <a:lstStyle/>
          <a:p>
            <a:r>
              <a:rPr lang="pt-BR" sz="1200" b="0" baseline="0" dirty="0"/>
              <a:t>1.1. Local da Instalação – Siga as distâncias conforme indicado no manual de instalação  </a:t>
            </a:r>
            <a:endParaRPr lang="en-US" sz="1200" b="0" dirty="0"/>
          </a:p>
        </p:txBody>
      </p:sp>
      <p:sp>
        <p:nvSpPr>
          <p:cNvPr id="9" name="Retângulo 8"/>
          <p:cNvSpPr/>
          <p:nvPr userDrawn="1"/>
        </p:nvSpPr>
        <p:spPr>
          <a:xfrm>
            <a:off x="260649" y="1823200"/>
            <a:ext cx="2952064" cy="2407809"/>
          </a:xfrm>
          <a:prstGeom prst="rect">
            <a:avLst/>
          </a:prstGeom>
          <a:noFill/>
          <a:ln w="444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14" name="CaixaDeTexto 13"/>
          <p:cNvSpPr txBox="1"/>
          <p:nvPr userDrawn="1"/>
        </p:nvSpPr>
        <p:spPr>
          <a:xfrm>
            <a:off x="3443723" y="1324676"/>
            <a:ext cx="3414277" cy="461665"/>
          </a:xfrm>
          <a:prstGeom prst="rect">
            <a:avLst/>
          </a:prstGeom>
          <a:noFill/>
          <a:ln>
            <a:noFill/>
          </a:ln>
        </p:spPr>
        <p:txBody>
          <a:bodyPr wrap="square" rtlCol="0">
            <a:spAutoFit/>
          </a:bodyPr>
          <a:lstStyle/>
          <a:p>
            <a:r>
              <a:rPr lang="pt-BR" sz="1200" b="0" baseline="0" dirty="0"/>
              <a:t>1.2 Instalação – Anexar umas fotos da instalação unidade interna/externa conforme exemplo ao lado </a:t>
            </a:r>
            <a:endParaRPr lang="en-US" sz="1200" b="0" dirty="0"/>
          </a:p>
        </p:txBody>
      </p:sp>
      <p:sp>
        <p:nvSpPr>
          <p:cNvPr id="16" name="Retângulo 15"/>
          <p:cNvSpPr/>
          <p:nvPr userDrawn="1"/>
        </p:nvSpPr>
        <p:spPr>
          <a:xfrm>
            <a:off x="3443722" y="1823201"/>
            <a:ext cx="3153629" cy="2407808"/>
          </a:xfrm>
          <a:prstGeom prst="rect">
            <a:avLst/>
          </a:prstGeom>
          <a:noFill/>
          <a:ln w="444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pic>
        <p:nvPicPr>
          <p:cNvPr id="1030" name="Picture 6" descr="Resultado de imagem para foto instalação split L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23495" r="24416"/>
          <a:stretch>
            <a:fillRect/>
          </a:stretch>
        </p:blipFill>
        <p:spPr bwMode="auto">
          <a:xfrm>
            <a:off x="303723" y="2689632"/>
            <a:ext cx="1051146" cy="1513480"/>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1"/>
          <p:cNvPicPr>
            <a:picLocks noChangeAspect="1" noChangeArrowheads="1"/>
          </p:cNvPicPr>
          <p:nvPr userDrawn="1"/>
        </p:nvPicPr>
        <p:blipFill>
          <a:blip r:embed="rId3" cstate="print"/>
          <a:srcRect/>
          <a:stretch>
            <a:fillRect/>
          </a:stretch>
        </p:blipFill>
        <p:spPr bwMode="auto">
          <a:xfrm>
            <a:off x="1484784" y="2732893"/>
            <a:ext cx="1699353" cy="1469542"/>
          </a:xfrm>
          <a:prstGeom prst="rect">
            <a:avLst/>
          </a:prstGeom>
          <a:noFill/>
          <a:ln w="9525">
            <a:noFill/>
            <a:miter lim="800000"/>
            <a:headEnd/>
            <a:tailEnd/>
          </a:ln>
          <a:effectLst/>
        </p:spPr>
      </p:pic>
      <p:sp>
        <p:nvSpPr>
          <p:cNvPr id="35" name="Text Box 8"/>
          <p:cNvSpPr txBox="1">
            <a:spLocks noChangeArrowheads="1"/>
          </p:cNvSpPr>
          <p:nvPr userDrawn="1"/>
        </p:nvSpPr>
        <p:spPr bwMode="auto">
          <a:xfrm>
            <a:off x="6061490" y="670651"/>
            <a:ext cx="777240" cy="321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ctr" anchorCtr="0" upright="1">
            <a:noAutofit/>
          </a:bodyPr>
          <a:lstStyle/>
          <a:p>
            <a:pPr algn="ctr"/>
            <a:r>
              <a:rPr lang="pt-BR" sz="900" b="1" dirty="0">
                <a:effectLst/>
                <a:latin typeface="Times New Roman" panose="02020603050405020304"/>
                <a:ea typeface="Times New Roman" panose="02020603050405020304"/>
              </a:rPr>
              <a:t>Versão:</a:t>
            </a:r>
            <a:r>
              <a:rPr lang="pt-BR" sz="900" dirty="0">
                <a:effectLst/>
                <a:latin typeface="Times New Roman" panose="02020603050405020304"/>
                <a:ea typeface="Times New Roman" panose="02020603050405020304"/>
              </a:rPr>
              <a:t> 01</a:t>
            </a:r>
            <a:endParaRPr lang="en-US" sz="1200" dirty="0">
              <a:effectLst/>
              <a:latin typeface="Times New Roman" panose="02020603050405020304"/>
              <a:ea typeface="Times New Roman" panose="02020603050405020304"/>
            </a:endParaRPr>
          </a:p>
          <a:p>
            <a:pPr algn="ctr"/>
            <a:r>
              <a:rPr lang="pt-BR" sz="900" b="1" dirty="0">
                <a:effectLst/>
                <a:latin typeface="Times New Roman" panose="02020603050405020304"/>
                <a:ea typeface="Times New Roman" panose="02020603050405020304"/>
              </a:rPr>
              <a:t>Página</a:t>
            </a:r>
            <a:r>
              <a:rPr lang="pt-BR" sz="900" dirty="0">
                <a:effectLst/>
                <a:latin typeface="Times New Roman" panose="02020603050405020304"/>
                <a:ea typeface="Times New Roman" panose="02020603050405020304"/>
              </a:rPr>
              <a:t> 2/5</a:t>
            </a:r>
            <a:endParaRPr lang="en-US" sz="1200" dirty="0">
              <a:effectLst/>
              <a:latin typeface="Times New Roman" panose="02020603050405020304"/>
              <a:ea typeface="Times New Roman" panose="02020603050405020304"/>
            </a:endParaRPr>
          </a:p>
        </p:txBody>
      </p:sp>
      <p:sp>
        <p:nvSpPr>
          <p:cNvPr id="47" name="CaixaDeTexto 46"/>
          <p:cNvSpPr txBox="1"/>
          <p:nvPr userDrawn="1"/>
        </p:nvSpPr>
        <p:spPr>
          <a:xfrm>
            <a:off x="3245078" y="6391504"/>
            <a:ext cx="758843" cy="338554"/>
          </a:xfrm>
          <a:prstGeom prst="rect">
            <a:avLst/>
          </a:prstGeom>
          <a:noFill/>
          <a:ln>
            <a:noFill/>
          </a:ln>
        </p:spPr>
        <p:txBody>
          <a:bodyPr wrap="square" rtlCol="0">
            <a:spAutoFit/>
          </a:bodyPr>
          <a:lstStyle/>
          <a:p>
            <a:pPr algn="ctr"/>
            <a:r>
              <a:rPr lang="pt-BR" sz="800" b="1" baseline="0" dirty="0"/>
              <a:t>Capacidade </a:t>
            </a:r>
            <a:endParaRPr lang="pt-BR" sz="800" b="1" baseline="0" dirty="0"/>
          </a:p>
          <a:p>
            <a:pPr algn="ctr"/>
            <a:r>
              <a:rPr lang="pt-BR" sz="800" b="1" baseline="0" dirty="0"/>
              <a:t>do Disjuntor</a:t>
            </a:r>
            <a:endParaRPr lang="en-US" sz="800" b="1" dirty="0"/>
          </a:p>
        </p:txBody>
      </p:sp>
      <p:sp>
        <p:nvSpPr>
          <p:cNvPr id="53" name="Retângulo 52"/>
          <p:cNvSpPr/>
          <p:nvPr userDrawn="1"/>
        </p:nvSpPr>
        <p:spPr>
          <a:xfrm>
            <a:off x="3371319" y="5141477"/>
            <a:ext cx="1343802" cy="1294036"/>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54" name="Retângulo 53"/>
          <p:cNvSpPr/>
          <p:nvPr userDrawn="1"/>
        </p:nvSpPr>
        <p:spPr>
          <a:xfrm>
            <a:off x="5071882" y="5138382"/>
            <a:ext cx="1343802" cy="1294036"/>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pic>
        <p:nvPicPr>
          <p:cNvPr id="55" name="Picture 8" descr="https://encrypted-tbn0.gstatic.com/images?q=tbn:ANd9GcQJqCwyb_tu5ch_AFuDI62JyHOKC2gj3jd3A1hIpAr_IZgxC5-0jg"/>
          <p:cNvPicPr>
            <a:picLocks noChangeAspect="1" noChangeArrowheads="1"/>
          </p:cNvPicPr>
          <p:nvPr userDrawn="1"/>
        </p:nvPicPr>
        <p:blipFill rotWithShape="1">
          <a:blip r:embed="rId4" cstate="print">
            <a:lum bright="70000" contrast="-70000"/>
          </a:blip>
          <a:srcRect l="58123" t="8884" r="10530" b="19537"/>
          <a:stretch>
            <a:fillRect/>
          </a:stretch>
        </p:blipFill>
        <p:spPr bwMode="auto">
          <a:xfrm>
            <a:off x="3407252" y="5152510"/>
            <a:ext cx="1279936" cy="1276212"/>
          </a:xfrm>
          <a:prstGeom prst="rect">
            <a:avLst/>
          </a:prstGeom>
          <a:noFill/>
        </p:spPr>
      </p:pic>
      <p:pic>
        <p:nvPicPr>
          <p:cNvPr id="56" name="Picture 36" descr="87V_01_200p"/>
          <p:cNvPicPr>
            <a:picLocks noChangeAspect="1" noChangeArrowheads="1"/>
          </p:cNvPicPr>
          <p:nvPr userDrawn="1"/>
        </p:nvPicPr>
        <p:blipFill>
          <a:blip r:embed="rId5" cstate="print">
            <a:clrChange>
              <a:clrFrom>
                <a:srgbClr val="FFFFFF"/>
              </a:clrFrom>
              <a:clrTo>
                <a:srgbClr val="FFFFFF">
                  <a:alpha val="0"/>
                </a:srgbClr>
              </a:clrTo>
            </a:clrChange>
            <a:lum bright="70000" contrast="-70000"/>
            <a:extLst>
              <a:ext uri="{BEBA8EAE-BF5A-486C-A8C5-ECC9F3942E4B}">
                <a14:imgProps xmlns:a14="http://schemas.microsoft.com/office/drawing/2010/main">
                  <a14:imgLayer r:embed="rId6">
                    <a14:imgEffect>
                      <a14:colorTemperature colorTemp="4700"/>
                    </a14:imgEffect>
                    <a14:imgEffect>
                      <a14:saturation sat="0"/>
                    </a14:imgEffect>
                  </a14:imgLayer>
                </a14:imgProps>
              </a:ext>
            </a:extLst>
          </a:blip>
          <a:srcRect/>
          <a:stretch>
            <a:fillRect/>
          </a:stretch>
        </p:blipFill>
        <p:spPr bwMode="auto">
          <a:xfrm>
            <a:off x="5113116" y="5152510"/>
            <a:ext cx="1277168" cy="1267704"/>
          </a:xfrm>
          <a:prstGeom prst="rect">
            <a:avLst/>
          </a:prstGeom>
          <a:noFill/>
          <a:ln w="9525">
            <a:noFill/>
            <a:miter lim="800000"/>
            <a:headEnd/>
            <a:tailEnd/>
          </a:ln>
        </p:spPr>
      </p:pic>
      <p:sp>
        <p:nvSpPr>
          <p:cNvPr id="57" name="Retângulo 56"/>
          <p:cNvSpPr/>
          <p:nvPr userDrawn="1"/>
        </p:nvSpPr>
        <p:spPr>
          <a:xfrm>
            <a:off x="3954969" y="6447483"/>
            <a:ext cx="760151" cy="220955"/>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r"/>
            <a:r>
              <a:rPr lang="pt-BR" sz="900" b="1" dirty="0">
                <a:solidFill>
                  <a:schemeClr val="tx1"/>
                </a:solidFill>
              </a:rPr>
              <a:t>A</a:t>
            </a:r>
            <a:endParaRPr lang="en-US" sz="900" b="1" dirty="0">
              <a:solidFill>
                <a:schemeClr val="tx1"/>
              </a:solidFill>
            </a:endParaRPr>
          </a:p>
        </p:txBody>
      </p:sp>
      <p:sp>
        <p:nvSpPr>
          <p:cNvPr id="58" name="CaixaDeTexto 57"/>
          <p:cNvSpPr txBox="1"/>
          <p:nvPr userDrawn="1"/>
        </p:nvSpPr>
        <p:spPr>
          <a:xfrm>
            <a:off x="4985687" y="6376935"/>
            <a:ext cx="758843" cy="338554"/>
          </a:xfrm>
          <a:prstGeom prst="rect">
            <a:avLst/>
          </a:prstGeom>
          <a:noFill/>
          <a:ln>
            <a:noFill/>
          </a:ln>
        </p:spPr>
        <p:txBody>
          <a:bodyPr wrap="square" rtlCol="0">
            <a:spAutoFit/>
          </a:bodyPr>
          <a:lstStyle/>
          <a:p>
            <a:pPr algn="ctr"/>
            <a:r>
              <a:rPr lang="pt-BR" sz="800" b="1" baseline="0" dirty="0"/>
              <a:t>Tensão de Alimentação</a:t>
            </a:r>
            <a:endParaRPr lang="en-US" sz="800" b="1" dirty="0"/>
          </a:p>
        </p:txBody>
      </p:sp>
      <p:sp>
        <p:nvSpPr>
          <p:cNvPr id="59" name="Retângulo 58"/>
          <p:cNvSpPr/>
          <p:nvPr userDrawn="1"/>
        </p:nvSpPr>
        <p:spPr>
          <a:xfrm>
            <a:off x="5664880" y="6442084"/>
            <a:ext cx="750804" cy="220955"/>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r"/>
            <a:r>
              <a:rPr lang="pt-BR" sz="900" b="1" dirty="0">
                <a:solidFill>
                  <a:schemeClr val="tx1"/>
                </a:solidFill>
              </a:rPr>
              <a:t>V</a:t>
            </a:r>
            <a:endParaRPr lang="en-US" sz="900" b="1" dirty="0">
              <a:solidFill>
                <a:schemeClr val="tx1"/>
              </a:solidFill>
            </a:endParaRPr>
          </a:p>
        </p:txBody>
      </p:sp>
      <p:pic>
        <p:nvPicPr>
          <p:cNvPr id="61" name="Picture 1"/>
          <p:cNvPicPr>
            <a:picLocks noChangeAspect="1" noChangeArrowheads="1"/>
          </p:cNvPicPr>
          <p:nvPr userDrawn="1"/>
        </p:nvPicPr>
        <p:blipFill>
          <a:blip r:embed="rId7" cstate="print"/>
          <a:srcRect/>
          <a:stretch>
            <a:fillRect/>
          </a:stretch>
        </p:blipFill>
        <p:spPr bwMode="auto">
          <a:xfrm>
            <a:off x="3645133" y="4322108"/>
            <a:ext cx="2840304" cy="751766"/>
          </a:xfrm>
          <a:prstGeom prst="rect">
            <a:avLst/>
          </a:prstGeom>
          <a:noFill/>
          <a:ln w="9525">
            <a:noFill/>
            <a:miter lim="800000"/>
            <a:headEnd/>
            <a:tailEnd/>
          </a:ln>
        </p:spPr>
      </p:pic>
      <p:sp>
        <p:nvSpPr>
          <p:cNvPr id="63" name="Retângulo 62"/>
          <p:cNvSpPr/>
          <p:nvPr userDrawn="1"/>
        </p:nvSpPr>
        <p:spPr>
          <a:xfrm>
            <a:off x="4985686" y="6874074"/>
            <a:ext cx="1429997" cy="1607844"/>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64" name="CaixaDeTexto 63"/>
          <p:cNvSpPr txBox="1"/>
          <p:nvPr userDrawn="1"/>
        </p:nvSpPr>
        <p:spPr>
          <a:xfrm>
            <a:off x="4985687" y="8481918"/>
            <a:ext cx="1408420" cy="338554"/>
          </a:xfrm>
          <a:prstGeom prst="rect">
            <a:avLst/>
          </a:prstGeom>
          <a:noFill/>
          <a:ln>
            <a:noFill/>
          </a:ln>
        </p:spPr>
        <p:txBody>
          <a:bodyPr wrap="square" rtlCol="0">
            <a:spAutoFit/>
          </a:bodyPr>
          <a:lstStyle/>
          <a:p>
            <a:pPr algn="ctr"/>
            <a:r>
              <a:rPr lang="pt-BR" sz="800" b="1" baseline="0" dirty="0"/>
              <a:t>Foto dos cabos interligado no borne do Condensador</a:t>
            </a:r>
            <a:endParaRPr lang="en-US" sz="800" b="1" dirty="0"/>
          </a:p>
        </p:txBody>
      </p:sp>
      <p:sp>
        <p:nvSpPr>
          <p:cNvPr id="65" name="Retângulo 64"/>
          <p:cNvSpPr/>
          <p:nvPr userDrawn="1"/>
        </p:nvSpPr>
        <p:spPr>
          <a:xfrm>
            <a:off x="3343386" y="6874074"/>
            <a:ext cx="1408420" cy="1607844"/>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66" name="CaixaDeTexto 65"/>
          <p:cNvSpPr txBox="1"/>
          <p:nvPr userDrawn="1"/>
        </p:nvSpPr>
        <p:spPr>
          <a:xfrm>
            <a:off x="3339010" y="8481918"/>
            <a:ext cx="1408420" cy="338554"/>
          </a:xfrm>
          <a:prstGeom prst="rect">
            <a:avLst/>
          </a:prstGeom>
          <a:noFill/>
          <a:ln>
            <a:noFill/>
          </a:ln>
        </p:spPr>
        <p:txBody>
          <a:bodyPr wrap="square" rtlCol="0">
            <a:spAutoFit/>
          </a:bodyPr>
          <a:lstStyle/>
          <a:p>
            <a:pPr algn="ctr"/>
            <a:r>
              <a:rPr lang="pt-BR" sz="800" b="1" baseline="0" dirty="0"/>
              <a:t>Foto dos cabos interligado no borne do Evaporador </a:t>
            </a:r>
            <a:endParaRPr lang="en-US" sz="800" b="1" dirty="0"/>
          </a:p>
        </p:txBody>
      </p:sp>
      <p:pic>
        <p:nvPicPr>
          <p:cNvPr id="67" name="Imagem 66"/>
          <p:cNvPicPr>
            <a:picLocks noChangeAspect="1"/>
          </p:cNvPicPr>
          <p:nvPr userDrawn="1"/>
        </p:nvPicPr>
        <p:blipFill>
          <a:blip r:embed="rId8" cstate="print">
            <a:lum bright="70000" contrast="-70000"/>
            <a:extLst>
              <a:ext uri="{28A0092B-C50C-407E-A947-70E740481C1C}">
                <a14:useLocalDpi xmlns:a14="http://schemas.microsoft.com/office/drawing/2010/main" val="0"/>
              </a:ext>
            </a:extLst>
          </a:blip>
          <a:stretch>
            <a:fillRect/>
          </a:stretch>
        </p:blipFill>
        <p:spPr>
          <a:xfrm>
            <a:off x="3371319" y="7233758"/>
            <a:ext cx="1385686" cy="990314"/>
          </a:xfrm>
          <a:prstGeom prst="rect">
            <a:avLst/>
          </a:prstGeom>
        </p:spPr>
      </p:pic>
      <p:pic>
        <p:nvPicPr>
          <p:cNvPr id="68" name="Imagem 67"/>
          <p:cNvPicPr>
            <a:picLocks noChangeAspect="1"/>
          </p:cNvPicPr>
          <p:nvPr userDrawn="1"/>
        </p:nvPicPr>
        <p:blipFill rotWithShape="1">
          <a:blip r:embed="rId9" cstate="print">
            <a:lum bright="70000" contrast="-70000"/>
            <a:extLst>
              <a:ext uri="{28A0092B-C50C-407E-A947-70E740481C1C}">
                <a14:useLocalDpi xmlns:a14="http://schemas.microsoft.com/office/drawing/2010/main" val="0"/>
              </a:ext>
            </a:extLst>
          </a:blip>
          <a:srcRect l="22694" t="3024" r="11356" b="5709"/>
          <a:stretch>
            <a:fillRect/>
          </a:stretch>
        </p:blipFill>
        <p:spPr>
          <a:xfrm>
            <a:off x="5008546" y="7251912"/>
            <a:ext cx="1404598" cy="983248"/>
          </a:xfrm>
          <a:prstGeom prst="rect">
            <a:avLst/>
          </a:prstGeom>
        </p:spPr>
      </p:pic>
      <p:sp>
        <p:nvSpPr>
          <p:cNvPr id="69" name="CaixaDeTexto 68"/>
          <p:cNvSpPr txBox="1"/>
          <p:nvPr userDrawn="1"/>
        </p:nvSpPr>
        <p:spPr>
          <a:xfrm>
            <a:off x="148734" y="6536537"/>
            <a:ext cx="1152128" cy="338554"/>
          </a:xfrm>
          <a:prstGeom prst="rect">
            <a:avLst/>
          </a:prstGeom>
          <a:noFill/>
          <a:ln>
            <a:noFill/>
          </a:ln>
        </p:spPr>
        <p:txBody>
          <a:bodyPr wrap="square" rtlCol="0">
            <a:spAutoFit/>
          </a:bodyPr>
          <a:lstStyle/>
          <a:p>
            <a:pPr algn="ctr"/>
            <a:r>
              <a:rPr lang="pt-BR" sz="800" b="1" baseline="0" dirty="0"/>
              <a:t>Qual o bitola do cabo de Alimentação </a:t>
            </a:r>
            <a:endParaRPr lang="en-US" sz="800" b="1" dirty="0"/>
          </a:p>
        </p:txBody>
      </p:sp>
      <p:sp>
        <p:nvSpPr>
          <p:cNvPr id="70" name="Retângulo 69"/>
          <p:cNvSpPr/>
          <p:nvPr userDrawn="1"/>
        </p:nvSpPr>
        <p:spPr>
          <a:xfrm>
            <a:off x="1237273" y="6595336"/>
            <a:ext cx="760151" cy="220955"/>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r"/>
            <a:r>
              <a:rPr lang="pt-BR" sz="900" b="1" dirty="0">
                <a:solidFill>
                  <a:schemeClr val="tx1"/>
                </a:solidFill>
              </a:rPr>
              <a:t>mm</a:t>
            </a:r>
            <a:endParaRPr lang="en-US" sz="900" b="1" dirty="0">
              <a:solidFill>
                <a:schemeClr val="tx1"/>
              </a:solidFill>
            </a:endParaRPr>
          </a:p>
        </p:txBody>
      </p:sp>
      <p:pic>
        <p:nvPicPr>
          <p:cNvPr id="2" name="Imagem 1"/>
          <p:cNvPicPr>
            <a:picLocks noChangeAspect="1"/>
          </p:cNvPicPr>
          <p:nvPr userDrawn="1"/>
        </p:nvPicPr>
        <p:blipFill>
          <a:blip r:embed="rId10"/>
          <a:stretch>
            <a:fillRect/>
          </a:stretch>
        </p:blipFill>
        <p:spPr>
          <a:xfrm>
            <a:off x="1772815" y="1835696"/>
            <a:ext cx="1400255" cy="897197"/>
          </a:xfrm>
          <a:prstGeom prst="rect">
            <a:avLst/>
          </a:prstGeom>
        </p:spPr>
      </p:pic>
      <p:pic>
        <p:nvPicPr>
          <p:cNvPr id="3" name="Imagem 2"/>
          <p:cNvPicPr>
            <a:picLocks noChangeAspect="1"/>
          </p:cNvPicPr>
          <p:nvPr userDrawn="1"/>
        </p:nvPicPr>
        <p:blipFill>
          <a:blip r:embed="rId11"/>
          <a:stretch>
            <a:fillRect/>
          </a:stretch>
        </p:blipFill>
        <p:spPr>
          <a:xfrm>
            <a:off x="286435" y="1854502"/>
            <a:ext cx="1506195" cy="878391"/>
          </a:xfrm>
          <a:prstGeom prst="rect">
            <a:avLst/>
          </a:prstGeom>
        </p:spPr>
      </p:pic>
      <p:sp>
        <p:nvSpPr>
          <p:cNvPr id="71" name="CaixaDeTexto 70"/>
          <p:cNvSpPr txBox="1"/>
          <p:nvPr userDrawn="1"/>
        </p:nvSpPr>
        <p:spPr>
          <a:xfrm>
            <a:off x="57046" y="4283968"/>
            <a:ext cx="2840265" cy="276999"/>
          </a:xfrm>
          <a:prstGeom prst="rect">
            <a:avLst/>
          </a:prstGeom>
          <a:noFill/>
          <a:ln>
            <a:noFill/>
          </a:ln>
        </p:spPr>
        <p:txBody>
          <a:bodyPr wrap="none" rtlCol="0">
            <a:spAutoFit/>
          </a:bodyPr>
          <a:lstStyle/>
          <a:p>
            <a:r>
              <a:rPr lang="pt-BR" sz="1200" b="1" baseline="0" dirty="0"/>
              <a:t>2. Informação sobre a instalação elétrica: </a:t>
            </a:r>
            <a:endParaRPr lang="en-US" sz="1200" b="1" dirty="0"/>
          </a:p>
        </p:txBody>
      </p:sp>
      <p:sp>
        <p:nvSpPr>
          <p:cNvPr id="72" name="CaixaDeTexto 71"/>
          <p:cNvSpPr txBox="1"/>
          <p:nvPr userDrawn="1"/>
        </p:nvSpPr>
        <p:spPr>
          <a:xfrm>
            <a:off x="50696" y="4499992"/>
            <a:ext cx="3501536" cy="276999"/>
          </a:xfrm>
          <a:prstGeom prst="rect">
            <a:avLst/>
          </a:prstGeom>
          <a:noFill/>
          <a:ln>
            <a:noFill/>
          </a:ln>
        </p:spPr>
        <p:txBody>
          <a:bodyPr wrap="none" rtlCol="0">
            <a:spAutoFit/>
          </a:bodyPr>
          <a:lstStyle/>
          <a:p>
            <a:r>
              <a:rPr lang="pt-BR" sz="1200" b="0" baseline="0" dirty="0"/>
              <a:t>2.1 Qual a tensão de alimentação na Condensadora? </a:t>
            </a:r>
            <a:endParaRPr lang="en-US" sz="1200" b="0" dirty="0"/>
          </a:p>
        </p:txBody>
      </p:sp>
      <p:sp>
        <p:nvSpPr>
          <p:cNvPr id="73" name="CaixaDeTexto 72"/>
          <p:cNvSpPr txBox="1"/>
          <p:nvPr userDrawn="1"/>
        </p:nvSpPr>
        <p:spPr>
          <a:xfrm>
            <a:off x="140460" y="1119139"/>
            <a:ext cx="2261966" cy="307777"/>
          </a:xfrm>
          <a:prstGeom prst="rect">
            <a:avLst/>
          </a:prstGeom>
          <a:noFill/>
        </p:spPr>
        <p:txBody>
          <a:bodyPr wrap="none" rtlCol="0">
            <a:spAutoFit/>
          </a:bodyPr>
          <a:lstStyle/>
          <a:p>
            <a:r>
              <a:rPr lang="pt-BR" sz="1400" b="1" dirty="0"/>
              <a:t> </a:t>
            </a:r>
            <a:r>
              <a:rPr lang="pt-BR" sz="1200" b="1" kern="1200" baseline="0" dirty="0">
                <a:solidFill>
                  <a:schemeClr val="tx1"/>
                </a:solidFill>
                <a:latin typeface="+mn-lt"/>
                <a:ea typeface="+mn-ea"/>
                <a:cs typeface="+mn-cs"/>
              </a:rPr>
              <a:t>1. Instalação física das unidades</a:t>
            </a:r>
            <a:endParaRPr lang="en-US" sz="1200" b="1" kern="1200" baseline="0" dirty="0">
              <a:solidFill>
                <a:schemeClr val="tx1"/>
              </a:solidFill>
              <a:latin typeface="+mn-lt"/>
              <a:ea typeface="+mn-ea"/>
              <a:cs typeface="+mn-cs"/>
            </a:endParaRPr>
          </a:p>
        </p:txBody>
      </p:sp>
      <p:pic>
        <p:nvPicPr>
          <p:cNvPr id="4" name="Imagem 3"/>
          <p:cNvPicPr>
            <a:picLocks noChangeAspect="1"/>
          </p:cNvPicPr>
          <p:nvPr userDrawn="1"/>
        </p:nvPicPr>
        <p:blipFill rotWithShape="1">
          <a:blip r:embed="rId12"/>
          <a:srcRect t="5259" r="6248" b="243"/>
          <a:stretch>
            <a:fillRect/>
          </a:stretch>
        </p:blipFill>
        <p:spPr>
          <a:xfrm rot="16200000">
            <a:off x="802868" y="4391488"/>
            <a:ext cx="1339480" cy="2664296"/>
          </a:xfrm>
          <a:prstGeom prst="rect">
            <a:avLst/>
          </a:prstGeom>
        </p:spPr>
      </p:pic>
      <p:pic>
        <p:nvPicPr>
          <p:cNvPr id="5" name="Imagem 4"/>
          <p:cNvPicPr>
            <a:picLocks noChangeAspect="1"/>
          </p:cNvPicPr>
          <p:nvPr userDrawn="1"/>
        </p:nvPicPr>
        <p:blipFill rotWithShape="1">
          <a:blip r:embed="rId13"/>
          <a:srcRect l="15112"/>
          <a:stretch>
            <a:fillRect/>
          </a:stretch>
        </p:blipFill>
        <p:spPr>
          <a:xfrm>
            <a:off x="188640" y="7235130"/>
            <a:ext cx="1568594" cy="1657350"/>
          </a:xfrm>
          <a:prstGeom prst="rect">
            <a:avLst/>
          </a:prstGeom>
        </p:spPr>
      </p:pic>
      <p:sp>
        <p:nvSpPr>
          <p:cNvPr id="6" name="CaixaDeTexto 5"/>
          <p:cNvSpPr txBox="1"/>
          <p:nvPr userDrawn="1"/>
        </p:nvSpPr>
        <p:spPr>
          <a:xfrm>
            <a:off x="148734" y="4776991"/>
            <a:ext cx="2200146" cy="338554"/>
          </a:xfrm>
          <a:prstGeom prst="rect">
            <a:avLst/>
          </a:prstGeom>
          <a:noFill/>
        </p:spPr>
        <p:txBody>
          <a:bodyPr wrap="square" rtlCol="0">
            <a:spAutoFit/>
          </a:bodyPr>
          <a:lstStyle/>
          <a:p>
            <a:r>
              <a:rPr lang="pt-BR" sz="1600" kern="1200" baseline="0" dirty="0">
                <a:solidFill>
                  <a:schemeClr val="tx1"/>
                </a:solidFill>
                <a:latin typeface="+mn-lt"/>
                <a:ea typeface="+mn-ea"/>
                <a:cs typeface="+mn-cs"/>
              </a:rPr>
              <a:t>Unidade </a:t>
            </a:r>
            <a:r>
              <a:rPr lang="pt-BR" sz="1600" baseline="0" dirty="0"/>
              <a:t>condensadora</a:t>
            </a:r>
            <a:endParaRPr lang="pt-BR" sz="1600" dirty="0"/>
          </a:p>
        </p:txBody>
      </p:sp>
      <p:sp>
        <p:nvSpPr>
          <p:cNvPr id="74" name="CaixaDeTexto 73"/>
          <p:cNvSpPr txBox="1"/>
          <p:nvPr userDrawn="1"/>
        </p:nvSpPr>
        <p:spPr>
          <a:xfrm>
            <a:off x="148734" y="6897742"/>
            <a:ext cx="2200146" cy="338554"/>
          </a:xfrm>
          <a:prstGeom prst="rect">
            <a:avLst/>
          </a:prstGeom>
          <a:noFill/>
        </p:spPr>
        <p:txBody>
          <a:bodyPr wrap="square" rtlCol="0">
            <a:spAutoFit/>
          </a:bodyPr>
          <a:lstStyle/>
          <a:p>
            <a:r>
              <a:rPr lang="pt-BR" sz="1600" kern="1200" baseline="0" dirty="0">
                <a:solidFill>
                  <a:schemeClr val="tx1"/>
                </a:solidFill>
                <a:latin typeface="+mn-lt"/>
                <a:ea typeface="+mn-ea"/>
                <a:cs typeface="+mn-cs"/>
              </a:rPr>
              <a:t>Unidade Evaporad</a:t>
            </a:r>
            <a:r>
              <a:rPr lang="pt-BR" sz="1600" baseline="0" dirty="0"/>
              <a:t>ora</a:t>
            </a:r>
            <a:endParaRPr lang="pt-BR"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ítulo e conteúdo">
    <p:spTree>
      <p:nvGrpSpPr>
        <p:cNvPr id="1" name=""/>
        <p:cNvGrpSpPr/>
        <p:nvPr/>
      </p:nvGrpSpPr>
      <p:grpSpPr>
        <a:xfrm>
          <a:off x="0" y="0"/>
          <a:ext cx="0" cy="0"/>
          <a:chOff x="0" y="0"/>
          <a:chExt cx="0" cy="0"/>
        </a:xfrm>
      </p:grpSpPr>
      <p:sp>
        <p:nvSpPr>
          <p:cNvPr id="7" name="CaixaDeTexto 6"/>
          <p:cNvSpPr txBox="1"/>
          <p:nvPr userDrawn="1"/>
        </p:nvSpPr>
        <p:spPr>
          <a:xfrm>
            <a:off x="141537" y="1031632"/>
            <a:ext cx="3302186" cy="307777"/>
          </a:xfrm>
          <a:prstGeom prst="rect">
            <a:avLst/>
          </a:prstGeom>
          <a:noFill/>
        </p:spPr>
        <p:txBody>
          <a:bodyPr wrap="none" rtlCol="0">
            <a:spAutoFit/>
          </a:bodyPr>
          <a:lstStyle/>
          <a:p>
            <a:r>
              <a:rPr lang="pt-BR" sz="1400" b="1" dirty="0"/>
              <a:t>ANÁLISE</a:t>
            </a:r>
            <a:r>
              <a:rPr lang="pt-BR" sz="1400" b="1" baseline="0" dirty="0"/>
              <a:t> A SER REALIZADA PELO TÉCNICO</a:t>
            </a:r>
            <a:endParaRPr lang="en-US" sz="1400" b="1" dirty="0"/>
          </a:p>
        </p:txBody>
      </p:sp>
      <p:sp>
        <p:nvSpPr>
          <p:cNvPr id="8" name="CaixaDeTexto 7"/>
          <p:cNvSpPr txBox="1"/>
          <p:nvPr userDrawn="1"/>
        </p:nvSpPr>
        <p:spPr>
          <a:xfrm>
            <a:off x="160587" y="1314934"/>
            <a:ext cx="1736245" cy="276999"/>
          </a:xfrm>
          <a:prstGeom prst="rect">
            <a:avLst/>
          </a:prstGeom>
          <a:noFill/>
          <a:ln>
            <a:noFill/>
          </a:ln>
        </p:spPr>
        <p:txBody>
          <a:bodyPr wrap="none" rtlCol="0">
            <a:spAutoFit/>
          </a:bodyPr>
          <a:lstStyle/>
          <a:p>
            <a:r>
              <a:rPr lang="pt-BR" sz="1200" b="1" baseline="0" dirty="0"/>
              <a:t>1. Qual o Código de Erro</a:t>
            </a:r>
            <a:endParaRPr lang="en-US" sz="1200" b="1" dirty="0"/>
          </a:p>
        </p:txBody>
      </p:sp>
      <p:sp>
        <p:nvSpPr>
          <p:cNvPr id="9" name="Retângulo 8"/>
          <p:cNvSpPr/>
          <p:nvPr userDrawn="1"/>
        </p:nvSpPr>
        <p:spPr>
          <a:xfrm>
            <a:off x="260648" y="1591933"/>
            <a:ext cx="1944216" cy="38777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1" name="CaixaDeTexto 10"/>
          <p:cNvSpPr txBox="1"/>
          <p:nvPr userDrawn="1"/>
        </p:nvSpPr>
        <p:spPr>
          <a:xfrm>
            <a:off x="2516204" y="1314933"/>
            <a:ext cx="2136932" cy="276999"/>
          </a:xfrm>
          <a:prstGeom prst="rect">
            <a:avLst/>
          </a:prstGeom>
          <a:noFill/>
          <a:ln>
            <a:noFill/>
          </a:ln>
        </p:spPr>
        <p:txBody>
          <a:bodyPr wrap="none" rtlCol="0">
            <a:spAutoFit/>
          </a:bodyPr>
          <a:lstStyle/>
          <a:p>
            <a:r>
              <a:rPr lang="pt-BR" sz="1200" b="1" baseline="0" dirty="0"/>
              <a:t>2. Qual é o sintoma / Defeito? </a:t>
            </a:r>
            <a:endParaRPr lang="en-US" sz="1200" b="1" dirty="0"/>
          </a:p>
        </p:txBody>
      </p:sp>
      <p:sp>
        <p:nvSpPr>
          <p:cNvPr id="12" name="Retângulo 11"/>
          <p:cNvSpPr/>
          <p:nvPr userDrawn="1"/>
        </p:nvSpPr>
        <p:spPr>
          <a:xfrm>
            <a:off x="2516204" y="1591933"/>
            <a:ext cx="4081147" cy="38777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3" name="CaixaDeTexto 12"/>
          <p:cNvSpPr txBox="1"/>
          <p:nvPr userDrawn="1"/>
        </p:nvSpPr>
        <p:spPr>
          <a:xfrm>
            <a:off x="168960" y="2051720"/>
            <a:ext cx="2360454" cy="276999"/>
          </a:xfrm>
          <a:prstGeom prst="rect">
            <a:avLst/>
          </a:prstGeom>
          <a:noFill/>
          <a:ln>
            <a:noFill/>
          </a:ln>
        </p:spPr>
        <p:txBody>
          <a:bodyPr wrap="none" rtlCol="0">
            <a:spAutoFit/>
          </a:bodyPr>
          <a:lstStyle/>
          <a:p>
            <a:r>
              <a:rPr lang="pt-BR" sz="1200" b="1" baseline="0" dirty="0"/>
              <a:t>3. Quais Testes foram Realizados? </a:t>
            </a:r>
            <a:endParaRPr lang="en-US" sz="1200" b="1" dirty="0"/>
          </a:p>
        </p:txBody>
      </p:sp>
      <p:sp>
        <p:nvSpPr>
          <p:cNvPr id="14" name="Retângulo 13"/>
          <p:cNvSpPr/>
          <p:nvPr userDrawn="1"/>
        </p:nvSpPr>
        <p:spPr>
          <a:xfrm>
            <a:off x="260648" y="2313891"/>
            <a:ext cx="6336703" cy="889957"/>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5" name="CaixaDeTexto 14"/>
          <p:cNvSpPr txBox="1"/>
          <p:nvPr userDrawn="1"/>
        </p:nvSpPr>
        <p:spPr>
          <a:xfrm>
            <a:off x="175310" y="3231175"/>
            <a:ext cx="5478295" cy="276999"/>
          </a:xfrm>
          <a:prstGeom prst="rect">
            <a:avLst/>
          </a:prstGeom>
          <a:noFill/>
          <a:ln>
            <a:noFill/>
          </a:ln>
        </p:spPr>
        <p:txBody>
          <a:bodyPr wrap="none" rtlCol="0">
            <a:spAutoFit/>
          </a:bodyPr>
          <a:lstStyle/>
          <a:p>
            <a:r>
              <a:rPr lang="pt-BR" sz="1200" b="1" baseline="0" dirty="0"/>
              <a:t>4. Qual Peça será solicitada em garantia?  Informe o Part Number / Código da Peça.</a:t>
            </a:r>
            <a:endParaRPr lang="en-US" sz="1200" b="1" dirty="0"/>
          </a:p>
        </p:txBody>
      </p:sp>
      <p:sp>
        <p:nvSpPr>
          <p:cNvPr id="16" name="Retângulo 15"/>
          <p:cNvSpPr/>
          <p:nvPr userDrawn="1"/>
        </p:nvSpPr>
        <p:spPr>
          <a:xfrm>
            <a:off x="263987" y="3478950"/>
            <a:ext cx="6333364" cy="516986"/>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7" name="CaixaDeTexto 16"/>
          <p:cNvSpPr txBox="1"/>
          <p:nvPr userDrawn="1"/>
        </p:nvSpPr>
        <p:spPr>
          <a:xfrm>
            <a:off x="168960" y="4002286"/>
            <a:ext cx="3749616" cy="276999"/>
          </a:xfrm>
          <a:prstGeom prst="rect">
            <a:avLst/>
          </a:prstGeom>
          <a:noFill/>
          <a:ln>
            <a:noFill/>
          </a:ln>
        </p:spPr>
        <p:txBody>
          <a:bodyPr wrap="none" rtlCol="0">
            <a:spAutoFit/>
          </a:bodyPr>
          <a:lstStyle/>
          <a:p>
            <a:r>
              <a:rPr lang="pt-BR" sz="1200" b="1" baseline="0" dirty="0"/>
              <a:t>5. Informação importantes antes de solicitar a garantia: </a:t>
            </a:r>
            <a:endParaRPr lang="en-US" sz="1200" b="1" dirty="0"/>
          </a:p>
        </p:txBody>
      </p:sp>
      <p:sp>
        <p:nvSpPr>
          <p:cNvPr id="18" name="Text Box 8"/>
          <p:cNvSpPr txBox="1">
            <a:spLocks noChangeArrowheads="1"/>
          </p:cNvSpPr>
          <p:nvPr userDrawn="1"/>
        </p:nvSpPr>
        <p:spPr bwMode="auto">
          <a:xfrm>
            <a:off x="6061490" y="670651"/>
            <a:ext cx="777240" cy="321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ctr" anchorCtr="0" upright="1">
            <a:noAutofit/>
          </a:bodyPr>
          <a:lstStyle/>
          <a:p>
            <a:pPr algn="ctr"/>
            <a:r>
              <a:rPr lang="pt-BR" sz="900" b="1" dirty="0">
                <a:effectLst/>
                <a:latin typeface="Times New Roman" panose="02020603050405020304"/>
                <a:ea typeface="Times New Roman" panose="02020603050405020304"/>
              </a:rPr>
              <a:t>Versão:</a:t>
            </a:r>
            <a:r>
              <a:rPr lang="pt-BR" sz="900" dirty="0">
                <a:effectLst/>
                <a:latin typeface="Times New Roman" panose="02020603050405020304"/>
                <a:ea typeface="Times New Roman" panose="02020603050405020304"/>
              </a:rPr>
              <a:t> 01</a:t>
            </a:r>
            <a:endParaRPr lang="en-US" sz="1200" dirty="0">
              <a:effectLst/>
              <a:latin typeface="Times New Roman" panose="02020603050405020304"/>
              <a:ea typeface="Times New Roman" panose="02020603050405020304"/>
            </a:endParaRPr>
          </a:p>
          <a:p>
            <a:pPr algn="ctr"/>
            <a:r>
              <a:rPr lang="pt-BR" sz="900" b="1" dirty="0">
                <a:effectLst/>
                <a:latin typeface="Times New Roman" panose="02020603050405020304"/>
                <a:ea typeface="Times New Roman" panose="02020603050405020304"/>
              </a:rPr>
              <a:t>Página</a:t>
            </a:r>
            <a:r>
              <a:rPr lang="pt-BR" sz="900" dirty="0">
                <a:effectLst/>
                <a:latin typeface="Times New Roman" panose="02020603050405020304"/>
                <a:ea typeface="Times New Roman" panose="02020603050405020304"/>
              </a:rPr>
              <a:t> 2/3</a:t>
            </a:r>
            <a:endParaRPr lang="en-US" sz="1200" dirty="0">
              <a:effectLst/>
              <a:latin typeface="Times New Roman" panose="02020603050405020304"/>
              <a:ea typeface="Times New Roman" panose="02020603050405020304"/>
            </a:endParaRPr>
          </a:p>
        </p:txBody>
      </p:sp>
      <p:sp>
        <p:nvSpPr>
          <p:cNvPr id="2" name="CaixaDeTexto 1"/>
          <p:cNvSpPr txBox="1"/>
          <p:nvPr userDrawn="1"/>
        </p:nvSpPr>
        <p:spPr>
          <a:xfrm>
            <a:off x="260648" y="4279285"/>
            <a:ext cx="6336703" cy="1384995"/>
          </a:xfrm>
          <a:prstGeom prst="rect">
            <a:avLst/>
          </a:prstGeom>
          <a:noFill/>
        </p:spPr>
        <p:txBody>
          <a:bodyPr wrap="square" rtlCol="0">
            <a:spAutoFit/>
          </a:bodyPr>
          <a:lstStyle/>
          <a:p>
            <a:r>
              <a:rPr lang="pt-BR" sz="1200" dirty="0"/>
              <a:t>Efetue os testes nos componentes que apresenta defeito, evidencie-os através</a:t>
            </a:r>
            <a:r>
              <a:rPr lang="pt-BR" sz="1200" baseline="0" dirty="0"/>
              <a:t> de fotos e videos para que seja possível analisarmos a solicitação da garantia.</a:t>
            </a:r>
            <a:br>
              <a:rPr lang="pt-BR" sz="1200" baseline="0" dirty="0"/>
            </a:br>
            <a:r>
              <a:rPr lang="pt-BR" sz="1200" baseline="0" dirty="0"/>
              <a:t>Importante que a foto contenha o número do código da peça a ser solicitada.</a:t>
            </a:r>
            <a:br>
              <a:rPr lang="pt-BR" sz="1200" baseline="0" dirty="0"/>
            </a:br>
            <a:r>
              <a:rPr lang="pt-BR" sz="1200" baseline="0" dirty="0"/>
              <a:t>Itens</a:t>
            </a:r>
            <a:r>
              <a:rPr lang="pt-BR" sz="1200" kern="1200" baseline="0" dirty="0">
                <a:solidFill>
                  <a:schemeClr val="tx1"/>
                </a:solidFill>
                <a:latin typeface="+mn-lt"/>
                <a:ea typeface="+mn-ea"/>
                <a:cs typeface="+mn-cs"/>
              </a:rPr>
              <a:t> amassado ou trincado no painel/carenagem não é decorrente de falha de fabricação, podendo o mesmo ter ocorrido durante o transporte, no armazenamento e ou no manuseio do produto para instalação, sendo assim não é passivo de Garantia.</a:t>
            </a:r>
            <a:endParaRPr lang="pt-BR" sz="1200" kern="1200" baseline="0" dirty="0">
              <a:solidFill>
                <a:schemeClr val="tx1"/>
              </a:solidFill>
              <a:latin typeface="+mn-lt"/>
              <a:ea typeface="+mn-ea"/>
              <a:cs typeface="+mn-cs"/>
            </a:endParaRPr>
          </a:p>
          <a:p>
            <a:r>
              <a:rPr lang="pt-BR" sz="1200" dirty="0"/>
              <a:t>Exemplos:</a:t>
            </a:r>
            <a:endParaRPr lang="pt-BR" sz="1200" dirty="0"/>
          </a:p>
        </p:txBody>
      </p:sp>
      <p:pic>
        <p:nvPicPr>
          <p:cNvPr id="3" name="Imagem 2"/>
          <p:cNvPicPr>
            <a:picLocks noChangeAspect="1"/>
          </p:cNvPicPr>
          <p:nvPr userDrawn="1"/>
        </p:nvPicPr>
        <p:blipFill>
          <a:blip r:embed="rId2"/>
          <a:stretch>
            <a:fillRect/>
          </a:stretch>
        </p:blipFill>
        <p:spPr>
          <a:xfrm>
            <a:off x="356204" y="6084169"/>
            <a:ext cx="1632636" cy="648072"/>
          </a:xfrm>
          <a:prstGeom prst="rect">
            <a:avLst/>
          </a:prstGeom>
        </p:spPr>
      </p:pic>
      <p:sp>
        <p:nvSpPr>
          <p:cNvPr id="4" name="CaixaDeTexto 3"/>
          <p:cNvSpPr txBox="1"/>
          <p:nvPr userDrawn="1"/>
        </p:nvSpPr>
        <p:spPr>
          <a:xfrm>
            <a:off x="261174" y="5868144"/>
            <a:ext cx="2520280" cy="276999"/>
          </a:xfrm>
          <a:prstGeom prst="rect">
            <a:avLst/>
          </a:prstGeom>
          <a:noFill/>
        </p:spPr>
        <p:txBody>
          <a:bodyPr wrap="square" rtlCol="0">
            <a:spAutoFit/>
          </a:bodyPr>
          <a:lstStyle/>
          <a:p>
            <a:r>
              <a:rPr lang="pt-BR" sz="1200" dirty="0"/>
              <a:t>Válvula de expansão eletrônica</a:t>
            </a:r>
            <a:endParaRPr lang="pt-BR" sz="1200" dirty="0"/>
          </a:p>
        </p:txBody>
      </p:sp>
      <p:pic>
        <p:nvPicPr>
          <p:cNvPr id="5" name="Imagem 4"/>
          <p:cNvPicPr>
            <a:picLocks noChangeAspect="1"/>
          </p:cNvPicPr>
          <p:nvPr userDrawn="1"/>
        </p:nvPicPr>
        <p:blipFill>
          <a:blip r:embed="rId3"/>
          <a:stretch>
            <a:fillRect/>
          </a:stretch>
        </p:blipFill>
        <p:spPr>
          <a:xfrm>
            <a:off x="3005726" y="6110490"/>
            <a:ext cx="734803" cy="1035692"/>
          </a:xfrm>
          <a:prstGeom prst="rect">
            <a:avLst/>
          </a:prstGeom>
        </p:spPr>
      </p:pic>
      <p:sp>
        <p:nvSpPr>
          <p:cNvPr id="19" name="CaixaDeTexto 18"/>
          <p:cNvSpPr txBox="1"/>
          <p:nvPr userDrawn="1"/>
        </p:nvSpPr>
        <p:spPr>
          <a:xfrm>
            <a:off x="2852937" y="5868888"/>
            <a:ext cx="3888431" cy="276999"/>
          </a:xfrm>
          <a:prstGeom prst="rect">
            <a:avLst/>
          </a:prstGeom>
          <a:noFill/>
        </p:spPr>
        <p:txBody>
          <a:bodyPr wrap="square" rtlCol="0">
            <a:spAutoFit/>
          </a:bodyPr>
          <a:lstStyle/>
          <a:p>
            <a:r>
              <a:rPr lang="pt-BR" sz="1200" dirty="0"/>
              <a:t>Sensores de temperatura 5</a:t>
            </a:r>
            <a:r>
              <a:rPr lang="el-GR" sz="1200" dirty="0"/>
              <a:t>Ω</a:t>
            </a:r>
            <a:r>
              <a:rPr lang="pt-BR" sz="1200" dirty="0"/>
              <a:t>, 10</a:t>
            </a:r>
            <a:r>
              <a:rPr lang="el-GR" sz="1200" dirty="0"/>
              <a:t>Ω</a:t>
            </a:r>
            <a:r>
              <a:rPr lang="pt-BR" sz="1200" dirty="0"/>
              <a:t>, 200</a:t>
            </a:r>
            <a:r>
              <a:rPr lang="el-GR" sz="1200" dirty="0"/>
              <a:t>Ω</a:t>
            </a:r>
            <a:r>
              <a:rPr lang="pt-BR" sz="1200" dirty="0"/>
              <a:t> @ 25,0°C</a:t>
            </a:r>
            <a:endParaRPr lang="pt-BR" sz="1200" dirty="0"/>
          </a:p>
        </p:txBody>
      </p:sp>
      <p:pic>
        <p:nvPicPr>
          <p:cNvPr id="6" name="Imagem 5"/>
          <p:cNvPicPr>
            <a:picLocks noChangeAspect="1"/>
          </p:cNvPicPr>
          <p:nvPr userDrawn="1"/>
        </p:nvPicPr>
        <p:blipFill>
          <a:blip r:embed="rId4"/>
          <a:stretch>
            <a:fillRect/>
          </a:stretch>
        </p:blipFill>
        <p:spPr>
          <a:xfrm>
            <a:off x="5358896" y="6069575"/>
            <a:ext cx="734400" cy="1064880"/>
          </a:xfrm>
          <a:prstGeom prst="rect">
            <a:avLst/>
          </a:prstGeom>
        </p:spPr>
      </p:pic>
      <p:sp>
        <p:nvSpPr>
          <p:cNvPr id="10" name="CaixaDeTexto 9"/>
          <p:cNvSpPr txBox="1"/>
          <p:nvPr userDrawn="1"/>
        </p:nvSpPr>
        <p:spPr>
          <a:xfrm>
            <a:off x="2924944" y="7164288"/>
            <a:ext cx="874583" cy="215444"/>
          </a:xfrm>
          <a:prstGeom prst="rect">
            <a:avLst/>
          </a:prstGeom>
          <a:noFill/>
        </p:spPr>
        <p:txBody>
          <a:bodyPr wrap="square" rtlCol="0">
            <a:spAutoFit/>
          </a:bodyPr>
          <a:lstStyle/>
          <a:p>
            <a:r>
              <a:rPr lang="pt-BR" sz="800" dirty="0"/>
              <a:t>200</a:t>
            </a:r>
            <a:r>
              <a:rPr lang="el-GR" sz="800" dirty="0"/>
              <a:t>Ω</a:t>
            </a:r>
            <a:r>
              <a:rPr lang="pt-BR" sz="800" dirty="0"/>
              <a:t> @25.0°C</a:t>
            </a:r>
            <a:endParaRPr lang="pt-BR" sz="800" dirty="0"/>
          </a:p>
        </p:txBody>
      </p:sp>
      <p:sp>
        <p:nvSpPr>
          <p:cNvPr id="22" name="CaixaDeTexto 21"/>
          <p:cNvSpPr txBox="1"/>
          <p:nvPr userDrawn="1"/>
        </p:nvSpPr>
        <p:spPr>
          <a:xfrm>
            <a:off x="5290721" y="7164288"/>
            <a:ext cx="874583" cy="215444"/>
          </a:xfrm>
          <a:prstGeom prst="rect">
            <a:avLst/>
          </a:prstGeom>
          <a:noFill/>
        </p:spPr>
        <p:txBody>
          <a:bodyPr wrap="square" rtlCol="0">
            <a:spAutoFit/>
          </a:bodyPr>
          <a:lstStyle/>
          <a:p>
            <a:r>
              <a:rPr lang="pt-BR" sz="800" dirty="0"/>
              <a:t>5</a:t>
            </a:r>
            <a:r>
              <a:rPr lang="el-GR" sz="800" dirty="0"/>
              <a:t>Ω</a:t>
            </a:r>
            <a:r>
              <a:rPr lang="pt-BR" sz="800" dirty="0"/>
              <a:t> @25.0°C</a:t>
            </a:r>
            <a:endParaRPr lang="pt-BR" sz="800" dirty="0"/>
          </a:p>
        </p:txBody>
      </p:sp>
      <p:pic>
        <p:nvPicPr>
          <p:cNvPr id="20" name="Imagem 19"/>
          <p:cNvPicPr>
            <a:picLocks noChangeAspect="1"/>
          </p:cNvPicPr>
          <p:nvPr userDrawn="1"/>
        </p:nvPicPr>
        <p:blipFill>
          <a:blip r:embed="rId5"/>
          <a:stretch>
            <a:fillRect/>
          </a:stretch>
        </p:blipFill>
        <p:spPr>
          <a:xfrm>
            <a:off x="4182512" y="6190476"/>
            <a:ext cx="734400" cy="972750"/>
          </a:xfrm>
          <a:prstGeom prst="rect">
            <a:avLst/>
          </a:prstGeom>
        </p:spPr>
      </p:pic>
      <p:sp>
        <p:nvSpPr>
          <p:cNvPr id="24" name="CaixaDeTexto 23"/>
          <p:cNvSpPr txBox="1"/>
          <p:nvPr userDrawn="1"/>
        </p:nvSpPr>
        <p:spPr>
          <a:xfrm>
            <a:off x="4149080" y="7164288"/>
            <a:ext cx="874583" cy="215444"/>
          </a:xfrm>
          <a:prstGeom prst="rect">
            <a:avLst/>
          </a:prstGeom>
          <a:noFill/>
        </p:spPr>
        <p:txBody>
          <a:bodyPr wrap="square" rtlCol="0">
            <a:spAutoFit/>
          </a:bodyPr>
          <a:lstStyle/>
          <a:p>
            <a:r>
              <a:rPr lang="pt-BR" sz="800" dirty="0"/>
              <a:t>10</a:t>
            </a:r>
            <a:r>
              <a:rPr lang="el-GR" sz="800" dirty="0"/>
              <a:t>Ω</a:t>
            </a:r>
            <a:r>
              <a:rPr lang="pt-BR" sz="800" dirty="0"/>
              <a:t> @25.0°C</a:t>
            </a:r>
            <a:endParaRPr lang="pt-BR" sz="800" dirty="0"/>
          </a:p>
        </p:txBody>
      </p:sp>
      <p:pic>
        <p:nvPicPr>
          <p:cNvPr id="21" name="Imagem 20"/>
          <p:cNvPicPr>
            <a:picLocks noChangeAspect="1"/>
          </p:cNvPicPr>
          <p:nvPr userDrawn="1"/>
        </p:nvPicPr>
        <p:blipFill>
          <a:blip r:embed="rId6"/>
          <a:stretch>
            <a:fillRect/>
          </a:stretch>
        </p:blipFill>
        <p:spPr>
          <a:xfrm>
            <a:off x="2052745" y="6145143"/>
            <a:ext cx="794328" cy="1018083"/>
          </a:xfrm>
          <a:prstGeom prst="rect">
            <a:avLst/>
          </a:prstGeom>
        </p:spPr>
      </p:pic>
      <p:pic>
        <p:nvPicPr>
          <p:cNvPr id="25" name="Imagem 24"/>
          <p:cNvPicPr>
            <a:picLocks noChangeAspect="1"/>
          </p:cNvPicPr>
          <p:nvPr userDrawn="1"/>
        </p:nvPicPr>
        <p:blipFill>
          <a:blip r:embed="rId7"/>
          <a:stretch>
            <a:fillRect/>
          </a:stretch>
        </p:blipFill>
        <p:spPr>
          <a:xfrm>
            <a:off x="367172" y="6732241"/>
            <a:ext cx="1634400" cy="646312"/>
          </a:xfrm>
          <a:prstGeom prst="rect">
            <a:avLst/>
          </a:prstGeom>
        </p:spPr>
      </p:pic>
      <p:sp>
        <p:nvSpPr>
          <p:cNvPr id="29" name="CaixaDeTexto 28"/>
          <p:cNvSpPr txBox="1"/>
          <p:nvPr userDrawn="1"/>
        </p:nvSpPr>
        <p:spPr>
          <a:xfrm>
            <a:off x="281190" y="7367090"/>
            <a:ext cx="2643753" cy="276999"/>
          </a:xfrm>
          <a:prstGeom prst="rect">
            <a:avLst/>
          </a:prstGeom>
          <a:noFill/>
        </p:spPr>
        <p:txBody>
          <a:bodyPr wrap="square" rtlCol="0">
            <a:spAutoFit/>
          </a:bodyPr>
          <a:lstStyle/>
          <a:p>
            <a:r>
              <a:rPr lang="pt-BR" sz="1200" dirty="0"/>
              <a:t>Bomba de dreno 12VDC AHA75113301</a:t>
            </a:r>
            <a:endParaRPr lang="pt-BR" sz="1200" dirty="0"/>
          </a:p>
        </p:txBody>
      </p:sp>
      <p:pic>
        <p:nvPicPr>
          <p:cNvPr id="30" name="Imagem 29"/>
          <p:cNvPicPr>
            <a:picLocks noChangeAspect="1"/>
          </p:cNvPicPr>
          <p:nvPr userDrawn="1"/>
        </p:nvPicPr>
        <p:blipFill rotWithShape="1">
          <a:blip r:embed="rId8" cstate="print">
            <a:extLst>
              <a:ext uri="{28A0092B-C50C-407E-A947-70E740481C1C}">
                <a14:useLocalDpi xmlns:a14="http://schemas.microsoft.com/office/drawing/2010/main" val="0"/>
              </a:ext>
            </a:extLst>
          </a:blip>
          <a:srcRect l="11333" t="593" r="13445" b="16616"/>
          <a:stretch>
            <a:fillRect/>
          </a:stretch>
        </p:blipFill>
        <p:spPr>
          <a:xfrm>
            <a:off x="367172" y="7593185"/>
            <a:ext cx="2215352" cy="1371506"/>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omente título">
    <p:spTree>
      <p:nvGrpSpPr>
        <p:cNvPr id="1" name=""/>
        <p:cNvGrpSpPr/>
        <p:nvPr/>
      </p:nvGrpSpPr>
      <p:grpSpPr>
        <a:xfrm>
          <a:off x="0" y="0"/>
          <a:ext cx="0" cy="0"/>
          <a:chOff x="0" y="0"/>
          <a:chExt cx="0" cy="0"/>
        </a:xfrm>
      </p:grpSpPr>
      <p:sp>
        <p:nvSpPr>
          <p:cNvPr id="6" name="CaixaDeTexto 5"/>
          <p:cNvSpPr txBox="1"/>
          <p:nvPr userDrawn="1"/>
        </p:nvSpPr>
        <p:spPr>
          <a:xfrm>
            <a:off x="141537" y="1031632"/>
            <a:ext cx="3302186" cy="307777"/>
          </a:xfrm>
          <a:prstGeom prst="rect">
            <a:avLst/>
          </a:prstGeom>
          <a:noFill/>
        </p:spPr>
        <p:txBody>
          <a:bodyPr wrap="none" rtlCol="0">
            <a:spAutoFit/>
          </a:bodyPr>
          <a:lstStyle/>
          <a:p>
            <a:r>
              <a:rPr lang="pt-BR" sz="1400" b="1" dirty="0"/>
              <a:t>ANÁLISE</a:t>
            </a:r>
            <a:r>
              <a:rPr lang="pt-BR" sz="1400" b="1" baseline="0" dirty="0"/>
              <a:t> A SER REALIZADA PELO TÉCNICO</a:t>
            </a:r>
            <a:endParaRPr lang="en-US" sz="1400" b="1" dirty="0"/>
          </a:p>
        </p:txBody>
      </p:sp>
      <p:graphicFrame>
        <p:nvGraphicFramePr>
          <p:cNvPr id="7" name="Tabela 6"/>
          <p:cNvGraphicFramePr>
            <a:graphicFrameLocks noGrp="1"/>
          </p:cNvGraphicFramePr>
          <p:nvPr userDrawn="1"/>
        </p:nvGraphicFramePr>
        <p:xfrm>
          <a:off x="260648" y="6229100"/>
          <a:ext cx="6368921" cy="467914"/>
        </p:xfrm>
        <a:graphic>
          <a:graphicData uri="http://schemas.openxmlformats.org/drawingml/2006/table">
            <a:tbl>
              <a:tblPr firstRow="1" firstCol="1" bandRow="1">
                <a:tableStyleId>{5C22544A-7EE6-4342-B048-85BDC9FD1C3A}</a:tableStyleId>
              </a:tblPr>
              <a:tblGrid>
                <a:gridCol w="746242"/>
                <a:gridCol w="800946"/>
                <a:gridCol w="918680"/>
                <a:gridCol w="892517"/>
                <a:gridCol w="1105984"/>
                <a:gridCol w="1904552"/>
              </a:tblGrid>
              <a:tr h="233957">
                <a:tc>
                  <a:txBody>
                    <a:bodyPr/>
                    <a:lstStyle/>
                    <a:p>
                      <a:pPr algn="ctr">
                        <a:lnSpc>
                          <a:spcPct val="115000"/>
                        </a:lnSpc>
                        <a:spcAft>
                          <a:spcPts val="0"/>
                        </a:spcAft>
                      </a:pPr>
                      <a:r>
                        <a:rPr lang="pt-BR" sz="1000" dirty="0">
                          <a:effectLst/>
                        </a:rPr>
                        <a:t>Revisão</a:t>
                      </a:r>
                      <a:endParaRPr lang="en-US" sz="1000" dirty="0">
                        <a:effectLst/>
                        <a:latin typeface="Calibri" panose="020F0502020204030204"/>
                        <a:ea typeface="Calibri" panose="020F0502020204030204"/>
                        <a:cs typeface="Times New Roman" panose="02020603050405020304"/>
                      </a:endParaRPr>
                    </a:p>
                  </a:txBody>
                  <a:tcPr marL="40337" marR="40337" marT="0" marB="0" anchor="ctr">
                    <a:solidFill>
                      <a:srgbClr val="C00000"/>
                    </a:solidFill>
                  </a:tcPr>
                </a:tc>
                <a:tc>
                  <a:txBody>
                    <a:bodyPr/>
                    <a:lstStyle/>
                    <a:p>
                      <a:pPr algn="ctr">
                        <a:lnSpc>
                          <a:spcPct val="115000"/>
                        </a:lnSpc>
                        <a:spcAft>
                          <a:spcPts val="0"/>
                        </a:spcAft>
                      </a:pPr>
                      <a:r>
                        <a:rPr lang="pt-BR" sz="1000" dirty="0">
                          <a:effectLst/>
                        </a:rPr>
                        <a:t>Data</a:t>
                      </a:r>
                      <a:endParaRPr lang="en-US" sz="1000" dirty="0">
                        <a:effectLst/>
                        <a:latin typeface="Calibri" panose="020F0502020204030204"/>
                        <a:ea typeface="Calibri" panose="020F0502020204030204"/>
                        <a:cs typeface="Times New Roman" panose="02020603050405020304"/>
                      </a:endParaRPr>
                    </a:p>
                  </a:txBody>
                  <a:tcPr marL="40337" marR="40337" marT="0" marB="0" anchor="ctr">
                    <a:solidFill>
                      <a:srgbClr val="C00000"/>
                    </a:solidFill>
                  </a:tcPr>
                </a:tc>
                <a:tc>
                  <a:txBody>
                    <a:bodyPr/>
                    <a:lstStyle/>
                    <a:p>
                      <a:pPr algn="ctr">
                        <a:lnSpc>
                          <a:spcPct val="115000"/>
                        </a:lnSpc>
                        <a:spcAft>
                          <a:spcPts val="0"/>
                        </a:spcAft>
                      </a:pPr>
                      <a:r>
                        <a:rPr lang="pt-BR" sz="1000">
                          <a:effectLst/>
                        </a:rPr>
                        <a:t>Elaborado</a:t>
                      </a:r>
                      <a:endParaRPr lang="en-US" sz="1000">
                        <a:effectLst/>
                        <a:latin typeface="Calibri" panose="020F0502020204030204"/>
                        <a:ea typeface="Calibri" panose="020F0502020204030204"/>
                        <a:cs typeface="Times New Roman" panose="02020603050405020304"/>
                      </a:endParaRPr>
                    </a:p>
                  </a:txBody>
                  <a:tcPr marL="40337" marR="40337" marT="0" marB="0" anchor="ctr">
                    <a:solidFill>
                      <a:srgbClr val="C00000"/>
                    </a:solidFill>
                  </a:tcPr>
                </a:tc>
                <a:tc>
                  <a:txBody>
                    <a:bodyPr/>
                    <a:lstStyle/>
                    <a:p>
                      <a:pPr algn="ctr">
                        <a:lnSpc>
                          <a:spcPct val="115000"/>
                        </a:lnSpc>
                        <a:spcAft>
                          <a:spcPts val="0"/>
                        </a:spcAft>
                      </a:pPr>
                      <a:r>
                        <a:rPr lang="pt-BR" sz="1000">
                          <a:effectLst/>
                        </a:rPr>
                        <a:t>Revisado</a:t>
                      </a:r>
                      <a:endParaRPr lang="en-US" sz="1000">
                        <a:effectLst/>
                        <a:latin typeface="Calibri" panose="020F0502020204030204"/>
                        <a:ea typeface="Calibri" panose="020F0502020204030204"/>
                        <a:cs typeface="Times New Roman" panose="02020603050405020304"/>
                      </a:endParaRPr>
                    </a:p>
                  </a:txBody>
                  <a:tcPr marL="40337" marR="40337" marT="0" marB="0" anchor="ctr">
                    <a:solidFill>
                      <a:srgbClr val="C00000"/>
                    </a:solidFill>
                  </a:tcPr>
                </a:tc>
                <a:tc>
                  <a:txBody>
                    <a:bodyPr/>
                    <a:lstStyle/>
                    <a:p>
                      <a:pPr algn="ctr">
                        <a:lnSpc>
                          <a:spcPct val="115000"/>
                        </a:lnSpc>
                        <a:spcAft>
                          <a:spcPts val="0"/>
                        </a:spcAft>
                      </a:pPr>
                      <a:r>
                        <a:rPr lang="pt-BR" sz="1000">
                          <a:effectLst/>
                        </a:rPr>
                        <a:t>Aprovado</a:t>
                      </a:r>
                      <a:endParaRPr lang="en-US" sz="1000">
                        <a:effectLst/>
                        <a:latin typeface="Calibri" panose="020F0502020204030204"/>
                        <a:ea typeface="Calibri" panose="020F0502020204030204"/>
                        <a:cs typeface="Times New Roman" panose="02020603050405020304"/>
                      </a:endParaRPr>
                    </a:p>
                  </a:txBody>
                  <a:tcPr marL="40337" marR="40337" marT="0" marB="0" anchor="ctr">
                    <a:solidFill>
                      <a:srgbClr val="C00000"/>
                    </a:solidFill>
                  </a:tcPr>
                </a:tc>
                <a:tc>
                  <a:txBody>
                    <a:bodyPr/>
                    <a:lstStyle/>
                    <a:p>
                      <a:pPr algn="ctr">
                        <a:lnSpc>
                          <a:spcPct val="115000"/>
                        </a:lnSpc>
                        <a:spcAft>
                          <a:spcPts val="0"/>
                        </a:spcAft>
                      </a:pPr>
                      <a:r>
                        <a:rPr lang="pt-BR" sz="1000" dirty="0">
                          <a:effectLst/>
                        </a:rPr>
                        <a:t>Descrição da Alteração</a:t>
                      </a:r>
                      <a:endParaRPr lang="en-US" sz="1000" dirty="0">
                        <a:effectLst/>
                        <a:latin typeface="Calibri" panose="020F0502020204030204"/>
                        <a:ea typeface="Calibri" panose="020F0502020204030204"/>
                        <a:cs typeface="Times New Roman" panose="02020603050405020304"/>
                      </a:endParaRPr>
                    </a:p>
                  </a:txBody>
                  <a:tcPr marL="40337" marR="40337" marT="0" marB="0" anchor="ctr">
                    <a:solidFill>
                      <a:srgbClr val="C00000"/>
                    </a:solidFill>
                  </a:tcPr>
                </a:tc>
              </a:tr>
              <a:tr h="233957">
                <a:tc>
                  <a:txBody>
                    <a:bodyPr/>
                    <a:lstStyle/>
                    <a:p>
                      <a:pPr algn="ctr">
                        <a:lnSpc>
                          <a:spcPct val="115000"/>
                        </a:lnSpc>
                        <a:spcAft>
                          <a:spcPts val="0"/>
                        </a:spcAft>
                      </a:pPr>
                      <a:r>
                        <a:rPr lang="pt-BR" sz="1000" dirty="0">
                          <a:effectLst/>
                        </a:rPr>
                        <a:t>01</a:t>
                      </a:r>
                      <a:endParaRPr lang="en-US" sz="1000" dirty="0">
                        <a:effectLst/>
                        <a:latin typeface="Calibri" panose="020F0502020204030204"/>
                        <a:ea typeface="Calibri" panose="020F0502020204030204"/>
                        <a:cs typeface="Times New Roman" panose="02020603050405020304"/>
                      </a:endParaRPr>
                    </a:p>
                  </a:txBody>
                  <a:tcPr marL="40337" marR="40337" marT="0" marB="0" anchor="ctr">
                    <a:solidFill>
                      <a:srgbClr val="C00000"/>
                    </a:solidFill>
                  </a:tcPr>
                </a:tc>
                <a:tc>
                  <a:txBody>
                    <a:bodyPr/>
                    <a:lstStyle/>
                    <a:p>
                      <a:pPr algn="ctr">
                        <a:lnSpc>
                          <a:spcPct val="115000"/>
                        </a:lnSpc>
                        <a:spcAft>
                          <a:spcPts val="0"/>
                        </a:spcAft>
                      </a:pPr>
                      <a:r>
                        <a:rPr lang="pt-BR" sz="1000" dirty="0">
                          <a:effectLst/>
                        </a:rPr>
                        <a:t>05/07/2021</a:t>
                      </a:r>
                      <a:endParaRPr lang="en-US" sz="1000" dirty="0">
                        <a:effectLst/>
                        <a:latin typeface="Calibri" panose="020F0502020204030204"/>
                        <a:ea typeface="Calibri" panose="020F0502020204030204"/>
                        <a:cs typeface="Times New Roman" panose="02020603050405020304"/>
                      </a:endParaRPr>
                    </a:p>
                  </a:txBody>
                  <a:tcPr marL="40337" marR="40337" marT="0" marB="0" anchor="ctr">
                    <a:noFill/>
                  </a:tcPr>
                </a:tc>
                <a:tc>
                  <a:txBody>
                    <a:bodyPr/>
                    <a:lstStyle/>
                    <a:p>
                      <a:pPr algn="ctr">
                        <a:lnSpc>
                          <a:spcPct val="115000"/>
                        </a:lnSpc>
                        <a:spcAft>
                          <a:spcPts val="0"/>
                        </a:spcAft>
                      </a:pPr>
                      <a:r>
                        <a:rPr lang="pt-BR" sz="1000" dirty="0">
                          <a:effectLst/>
                        </a:rPr>
                        <a:t>Pedro </a:t>
                      </a:r>
                      <a:r>
                        <a:rPr lang="pt-BR" sz="1000" dirty="0" err="1">
                          <a:effectLst/>
                        </a:rPr>
                        <a:t>Pasinato</a:t>
                      </a:r>
                      <a:endParaRPr lang="en-US" sz="1000" dirty="0">
                        <a:effectLst/>
                        <a:latin typeface="Calibri" panose="020F0502020204030204"/>
                        <a:ea typeface="Calibri" panose="020F0502020204030204"/>
                        <a:cs typeface="Times New Roman" panose="02020603050405020304"/>
                      </a:endParaRPr>
                    </a:p>
                  </a:txBody>
                  <a:tcPr marL="40337" marR="40337" marT="0" marB="0" anchor="ctr">
                    <a:noFill/>
                  </a:tcPr>
                </a:tc>
                <a:tc>
                  <a:txBody>
                    <a:bodyPr/>
                    <a:lstStyle/>
                    <a:p>
                      <a:pPr algn="ctr">
                        <a:lnSpc>
                          <a:spcPct val="115000"/>
                        </a:lnSpc>
                        <a:spcAft>
                          <a:spcPts val="0"/>
                        </a:spcAft>
                      </a:pPr>
                      <a:r>
                        <a:rPr lang="pt-BR" sz="1000" dirty="0">
                          <a:effectLst/>
                        </a:rPr>
                        <a:t>Carlos Jesus</a:t>
                      </a:r>
                      <a:endParaRPr lang="en-US" sz="1000" dirty="0">
                        <a:effectLst/>
                        <a:latin typeface="Calibri" panose="020F0502020204030204"/>
                        <a:ea typeface="Calibri" panose="020F0502020204030204"/>
                        <a:cs typeface="Times New Roman" panose="02020603050405020304"/>
                      </a:endParaRPr>
                    </a:p>
                  </a:txBody>
                  <a:tcPr marL="40337" marR="40337" marT="0" marB="0" anchor="ctr">
                    <a:noFill/>
                  </a:tcPr>
                </a:tc>
                <a:tc>
                  <a:txBody>
                    <a:bodyPr/>
                    <a:lstStyle/>
                    <a:p>
                      <a:pPr algn="ctr">
                        <a:lnSpc>
                          <a:spcPct val="115000"/>
                        </a:lnSpc>
                        <a:spcAft>
                          <a:spcPts val="0"/>
                        </a:spcAft>
                      </a:pPr>
                      <a:r>
                        <a:rPr lang="pt-BR" sz="1000" dirty="0">
                          <a:effectLst/>
                        </a:rPr>
                        <a:t>Alexandre Souza</a:t>
                      </a:r>
                      <a:endParaRPr lang="en-US" sz="1000" dirty="0">
                        <a:effectLst/>
                        <a:latin typeface="Calibri" panose="020F0502020204030204"/>
                        <a:ea typeface="Calibri" panose="020F0502020204030204"/>
                        <a:cs typeface="Times New Roman" panose="02020603050405020304"/>
                      </a:endParaRPr>
                    </a:p>
                  </a:txBody>
                  <a:tcPr marL="40337" marR="40337" marT="0" marB="0" anchor="ctr">
                    <a:noFill/>
                  </a:tcPr>
                </a:tc>
                <a:tc>
                  <a:txBody>
                    <a:bodyPr/>
                    <a:lstStyle/>
                    <a:p>
                      <a:pPr algn="ctr">
                        <a:lnSpc>
                          <a:spcPct val="115000"/>
                        </a:lnSpc>
                        <a:spcAft>
                          <a:spcPts val="0"/>
                        </a:spcAft>
                      </a:pPr>
                      <a:r>
                        <a:rPr lang="pt-BR" sz="1000" dirty="0">
                          <a:effectLst/>
                        </a:rPr>
                        <a:t>Orientação para testes</a:t>
                      </a:r>
                      <a:endParaRPr lang="en-US" sz="1000" dirty="0">
                        <a:effectLst/>
                        <a:latin typeface="Calibri" panose="020F0502020204030204"/>
                        <a:ea typeface="Calibri" panose="020F0502020204030204"/>
                        <a:cs typeface="Times New Roman" panose="02020603050405020304"/>
                      </a:endParaRPr>
                    </a:p>
                  </a:txBody>
                  <a:tcPr marL="40337" marR="40337" marT="0" marB="0" anchor="ctr">
                    <a:noFill/>
                  </a:tcPr>
                </a:tc>
              </a:tr>
            </a:tbl>
          </a:graphicData>
        </a:graphic>
      </p:graphicFrame>
      <p:sp>
        <p:nvSpPr>
          <p:cNvPr id="8" name="Retângulo 7"/>
          <p:cNvSpPr/>
          <p:nvPr userDrawn="1"/>
        </p:nvSpPr>
        <p:spPr>
          <a:xfrm>
            <a:off x="260649" y="1619672"/>
            <a:ext cx="6368920" cy="4536504"/>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aixaDeTexto 8"/>
          <p:cNvSpPr txBox="1"/>
          <p:nvPr userDrawn="1"/>
        </p:nvSpPr>
        <p:spPr>
          <a:xfrm>
            <a:off x="260649" y="1311895"/>
            <a:ext cx="5066130" cy="307777"/>
          </a:xfrm>
          <a:prstGeom prst="rect">
            <a:avLst/>
          </a:prstGeom>
          <a:noFill/>
        </p:spPr>
        <p:txBody>
          <a:bodyPr wrap="none" rtlCol="0">
            <a:spAutoFit/>
          </a:bodyPr>
          <a:lstStyle/>
          <a:p>
            <a:r>
              <a:rPr lang="pt-BR" sz="1400" b="0" dirty="0"/>
              <a:t>6. Foto de</a:t>
            </a:r>
            <a:r>
              <a:rPr lang="pt-BR" sz="1400" b="0" baseline="0" dirty="0"/>
              <a:t> Peça – Excluindo Motor; Placa; Serpentina e Compressor</a:t>
            </a:r>
            <a:endParaRPr lang="en-US" sz="1400" b="0" dirty="0"/>
          </a:p>
        </p:txBody>
      </p:sp>
      <p:sp>
        <p:nvSpPr>
          <p:cNvPr id="11" name="Retângulo de cantos arredondados 10"/>
          <p:cNvSpPr>
            <a:spLocks noChangeArrowheads="1"/>
          </p:cNvSpPr>
          <p:nvPr userDrawn="1"/>
        </p:nvSpPr>
        <p:spPr bwMode="auto">
          <a:xfrm>
            <a:off x="332656" y="6732240"/>
            <a:ext cx="6296913" cy="1867535"/>
          </a:xfrm>
          <a:prstGeom prst="roundRect">
            <a:avLst>
              <a:gd name="adj" fmla="val 16667"/>
            </a:avLst>
          </a:prstGeom>
          <a:noFill/>
          <a:ln w="9525" algn="in">
            <a:solidFill>
              <a:srgbClr val="0C0C0C"/>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rot="0" vert="horz" wrap="square" lIns="36576" tIns="36576" rIns="36576" bIns="36576" anchor="t" anchorCtr="0" upright="1">
            <a:noAutofit/>
          </a:bodyPr>
          <a:lstStyle/>
          <a:p>
            <a:pPr>
              <a:lnSpc>
                <a:spcPct val="115000"/>
              </a:lnSpc>
              <a:spcAft>
                <a:spcPts val="1000"/>
              </a:spcAft>
            </a:pPr>
            <a:r>
              <a:rPr lang="pt-BR" sz="800" dirty="0">
                <a:effectLst/>
                <a:latin typeface="Arial" panose="020B0604020202020204"/>
                <a:ea typeface="Calibri" panose="020F0502020204030204"/>
                <a:cs typeface="Times New Roman" panose="02020603050405020304"/>
              </a:rPr>
              <a:t>Copyright © 2021 por LG Electronics do Brasil Ltda.</a:t>
            </a:r>
            <a:endParaRPr lang="en-US" sz="1100" dirty="0">
              <a:effectLst/>
              <a:latin typeface="Calibri" panose="020F0502020204030204"/>
              <a:ea typeface="Calibri" panose="020F0502020204030204"/>
              <a:cs typeface="Times New Roman" panose="02020603050405020304"/>
            </a:endParaRPr>
          </a:p>
          <a:p>
            <a:pPr>
              <a:lnSpc>
                <a:spcPct val="115000"/>
              </a:lnSpc>
              <a:spcAft>
                <a:spcPts val="1000"/>
              </a:spcAft>
            </a:pPr>
            <a:r>
              <a:rPr lang="pt-BR" sz="800" dirty="0">
                <a:effectLst/>
                <a:latin typeface="Arial" panose="020B0604020202020204"/>
                <a:ea typeface="Calibri" panose="020F0502020204030204"/>
                <a:cs typeface="Times New Roman" panose="02020603050405020304"/>
              </a:rPr>
              <a:t> </a:t>
            </a:r>
            <a:endParaRPr lang="en-US" sz="1100" dirty="0">
              <a:effectLst/>
              <a:latin typeface="Calibri" panose="020F0502020204030204"/>
              <a:ea typeface="Calibri" panose="020F0502020204030204"/>
              <a:cs typeface="Times New Roman" panose="02020603050405020304"/>
            </a:endParaRPr>
          </a:p>
          <a:p>
            <a:pPr>
              <a:lnSpc>
                <a:spcPct val="115000"/>
              </a:lnSpc>
              <a:spcAft>
                <a:spcPts val="1000"/>
              </a:spcAft>
            </a:pPr>
            <a:r>
              <a:rPr lang="pt-BR" sz="800" dirty="0">
                <a:effectLst/>
                <a:latin typeface="Arial" panose="020B0604020202020204"/>
                <a:ea typeface="Calibri" panose="020F0502020204030204"/>
                <a:cs typeface="Times New Roman" panose="02020603050405020304"/>
              </a:rPr>
              <a:t>Todos os direitos reservados. Nenhuma parte deste documento pode ser reproduzida, por qualquer processo ou técnica, traduzido ou convertido em qualquer forma eletrônica, ou legível por qualquer meio, em parte ou no todo, sem a aprovação prévia, por escrito, sem o expresso consentimento por escrito da LG </a:t>
            </a:r>
            <a:r>
              <a:rPr lang="pt-BR" sz="800" dirty="0" err="1">
                <a:effectLst/>
                <a:latin typeface="Arial" panose="020B0604020202020204"/>
                <a:ea typeface="Calibri" panose="020F0502020204030204"/>
                <a:cs typeface="Times New Roman" panose="02020603050405020304"/>
              </a:rPr>
              <a:t>Electronics</a:t>
            </a:r>
            <a:r>
              <a:rPr lang="pt-BR" sz="800" dirty="0">
                <a:effectLst/>
                <a:latin typeface="Arial" panose="020B0604020202020204"/>
                <a:ea typeface="Calibri" panose="020F0502020204030204"/>
                <a:cs typeface="Times New Roman" panose="02020603050405020304"/>
              </a:rPr>
              <a:t> do Brasil Ltda., estando o </a:t>
            </a:r>
            <a:r>
              <a:rPr lang="pt-BR" sz="800" dirty="0" err="1">
                <a:effectLst/>
                <a:latin typeface="Arial" panose="020B0604020202020204"/>
                <a:ea typeface="Calibri" panose="020F0502020204030204"/>
                <a:cs typeface="Times New Roman" panose="02020603050405020304"/>
              </a:rPr>
              <a:t>contrafator</a:t>
            </a:r>
            <a:r>
              <a:rPr lang="pt-BR" sz="800" dirty="0">
                <a:effectLst/>
                <a:latin typeface="Arial" panose="020B0604020202020204"/>
                <a:ea typeface="Calibri" panose="020F0502020204030204"/>
                <a:cs typeface="Times New Roman" panose="02020603050405020304"/>
              </a:rPr>
              <a:t> sujeito a responder por crime de Violação de Direito Autoral, conforme o art.184 do Código Penal Brasileiro, além de responder por Perdas e Danos. Todos os logotipos e marcas utilizados neste material pertencem às suas respectivas empresas.</a:t>
            </a:r>
            <a:endParaRPr lang="en-US" sz="1100" dirty="0">
              <a:effectLst/>
              <a:latin typeface="Calibri" panose="020F0502020204030204"/>
              <a:ea typeface="Calibri" panose="020F0502020204030204"/>
              <a:cs typeface="Times New Roman" panose="02020603050405020304"/>
            </a:endParaRPr>
          </a:p>
          <a:p>
            <a:pPr>
              <a:lnSpc>
                <a:spcPct val="115000"/>
              </a:lnSpc>
              <a:spcAft>
                <a:spcPts val="1000"/>
              </a:spcAft>
            </a:pPr>
            <a:r>
              <a:rPr lang="pt-BR" sz="800" i="1" dirty="0">
                <a:effectLst/>
                <a:latin typeface="Arial" panose="020B0604020202020204"/>
                <a:ea typeface="Calibri" panose="020F0502020204030204"/>
                <a:cs typeface="Times New Roman" panose="02020603050405020304"/>
              </a:rPr>
              <a:t>“As marcas registradas e os nomes comerciais citados nesta obra, mesmo que não sejam assim identificados, pertencem aos seus respectivos proprietários nos termos das leis, convenções e diretrizes nacionais e internacionais.”</a:t>
            </a:r>
            <a:endParaRPr lang="en-US" sz="1100" dirty="0">
              <a:effectLst/>
              <a:latin typeface="Calibri" panose="020F0502020204030204"/>
              <a:ea typeface="Calibri" panose="020F0502020204030204"/>
              <a:cs typeface="Times New Roman" panose="02020603050405020304"/>
            </a:endParaRPr>
          </a:p>
        </p:txBody>
      </p:sp>
      <p:sp>
        <p:nvSpPr>
          <p:cNvPr id="12" name="Text Box 8"/>
          <p:cNvSpPr txBox="1">
            <a:spLocks noChangeArrowheads="1"/>
          </p:cNvSpPr>
          <p:nvPr userDrawn="1"/>
        </p:nvSpPr>
        <p:spPr bwMode="auto">
          <a:xfrm>
            <a:off x="6061490" y="670651"/>
            <a:ext cx="777240" cy="321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ctr" anchorCtr="0" upright="1">
            <a:noAutofit/>
          </a:bodyPr>
          <a:lstStyle/>
          <a:p>
            <a:pPr algn="ctr"/>
            <a:r>
              <a:rPr lang="pt-BR" sz="900" b="1" dirty="0">
                <a:effectLst/>
                <a:latin typeface="Times New Roman" panose="02020603050405020304"/>
                <a:ea typeface="Times New Roman" panose="02020603050405020304"/>
              </a:rPr>
              <a:t>Versão:</a:t>
            </a:r>
            <a:r>
              <a:rPr lang="pt-BR" sz="900" dirty="0">
                <a:effectLst/>
                <a:latin typeface="Times New Roman" panose="02020603050405020304"/>
                <a:ea typeface="Times New Roman" panose="02020603050405020304"/>
              </a:rPr>
              <a:t> 01</a:t>
            </a:r>
            <a:endParaRPr lang="en-US" sz="1200" dirty="0">
              <a:effectLst/>
              <a:latin typeface="Times New Roman" panose="02020603050405020304"/>
              <a:ea typeface="Times New Roman" panose="02020603050405020304"/>
            </a:endParaRPr>
          </a:p>
          <a:p>
            <a:pPr algn="ctr"/>
            <a:r>
              <a:rPr lang="pt-BR" sz="900" b="1" dirty="0">
                <a:effectLst/>
                <a:latin typeface="Times New Roman" panose="02020603050405020304"/>
                <a:ea typeface="Times New Roman" panose="02020603050405020304"/>
              </a:rPr>
              <a:t>Página</a:t>
            </a:r>
            <a:r>
              <a:rPr lang="pt-BR" sz="900" dirty="0">
                <a:effectLst/>
                <a:latin typeface="Times New Roman" panose="02020603050405020304"/>
                <a:ea typeface="Times New Roman" panose="02020603050405020304"/>
              </a:rPr>
              <a:t> 3/3</a:t>
            </a:r>
            <a:endParaRPr lang="en-US" sz="1200" dirty="0">
              <a:effectLst/>
              <a:latin typeface="Times New Roman" panose="02020603050405020304"/>
              <a:ea typeface="Times New Roman" panose="02020603050405020304"/>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a:xfrm>
            <a:off x="342900" y="366184"/>
            <a:ext cx="6172200" cy="1524000"/>
          </a:xfrm>
          <a:prstGeom prst="rect">
            <a:avLst/>
          </a:prstGeom>
        </p:spPr>
        <p:txBody>
          <a:bodyPr/>
          <a:lstStyle/>
          <a:p>
            <a:r>
              <a:rPr lang="pt-BR"/>
              <a:t>Clique para editar o título mestre</a:t>
            </a:r>
            <a:endParaRPr lang="en-US"/>
          </a:p>
        </p:txBody>
      </p:sp>
      <p:sp>
        <p:nvSpPr>
          <p:cNvPr id="3" name="Espaço Reservado para Conteúdo 2"/>
          <p:cNvSpPr>
            <a:spLocks noGrp="1"/>
          </p:cNvSpPr>
          <p:nvPr>
            <p:ph sz="half" idx="1" hasCustomPrompt="1"/>
          </p:nvPr>
        </p:nvSpPr>
        <p:spPr>
          <a:xfrm>
            <a:off x="342900" y="2133601"/>
            <a:ext cx="3028950" cy="603461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 texto mestre</a:t>
            </a:r>
            <a:endParaRPr lang="pt-BR"/>
          </a:p>
          <a:p>
            <a:pPr lvl="1"/>
            <a:r>
              <a:rPr lang="pt-BR"/>
              <a:t>Segundo nível</a:t>
            </a:r>
            <a:endParaRPr lang="pt-BR"/>
          </a:p>
          <a:p>
            <a:pPr lvl="2"/>
            <a:r>
              <a:rPr lang="pt-BR"/>
              <a:t>Terceiro nível</a:t>
            </a:r>
            <a:endParaRPr lang="pt-BR"/>
          </a:p>
          <a:p>
            <a:pPr lvl="3"/>
            <a:r>
              <a:rPr lang="pt-BR"/>
              <a:t>Quarto nível</a:t>
            </a:r>
            <a:endParaRPr lang="pt-BR"/>
          </a:p>
          <a:p>
            <a:pPr lvl="4"/>
            <a:r>
              <a:rPr lang="pt-BR"/>
              <a:t>Quinto nível</a:t>
            </a:r>
            <a:endParaRPr lang="en-US"/>
          </a:p>
        </p:txBody>
      </p:sp>
      <p:sp>
        <p:nvSpPr>
          <p:cNvPr id="4" name="Espaço Reservado para Conteúdo 3"/>
          <p:cNvSpPr>
            <a:spLocks noGrp="1"/>
          </p:cNvSpPr>
          <p:nvPr>
            <p:ph sz="half" idx="2" hasCustomPrompt="1"/>
          </p:nvPr>
        </p:nvSpPr>
        <p:spPr>
          <a:xfrm>
            <a:off x="3486150" y="2133601"/>
            <a:ext cx="3028950" cy="603461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 texto mestre</a:t>
            </a:r>
            <a:endParaRPr lang="pt-BR"/>
          </a:p>
          <a:p>
            <a:pPr lvl="1"/>
            <a:r>
              <a:rPr lang="pt-BR"/>
              <a:t>Segundo nível</a:t>
            </a:r>
            <a:endParaRPr lang="pt-BR"/>
          </a:p>
          <a:p>
            <a:pPr lvl="2"/>
            <a:r>
              <a:rPr lang="pt-BR"/>
              <a:t>Terceiro nível</a:t>
            </a:r>
            <a:endParaRPr lang="pt-BR"/>
          </a:p>
          <a:p>
            <a:pPr lvl="3"/>
            <a:r>
              <a:rPr lang="pt-BR"/>
              <a:t>Quarto nível</a:t>
            </a:r>
            <a:endParaRPr lang="pt-BR"/>
          </a:p>
          <a:p>
            <a:pPr lvl="4"/>
            <a:r>
              <a:rPr lang="pt-BR"/>
              <a:t>Quinto nível</a:t>
            </a:r>
            <a:endParaRPr lang="en-US"/>
          </a:p>
        </p:txBody>
      </p:sp>
      <p:sp>
        <p:nvSpPr>
          <p:cNvPr id="5" name="Espaço Reservado para Data 4"/>
          <p:cNvSpPr>
            <a:spLocks noGrp="1"/>
          </p:cNvSpPr>
          <p:nvPr>
            <p:ph type="dt" sz="half" idx="10"/>
          </p:nvPr>
        </p:nvSpPr>
        <p:spPr>
          <a:xfrm>
            <a:off x="342900" y="8475134"/>
            <a:ext cx="1600200" cy="486833"/>
          </a:xfrm>
          <a:prstGeom prst="rect">
            <a:avLst/>
          </a:prstGeom>
        </p:spPr>
        <p:txBody>
          <a:bodyPr/>
          <a:lstStyle/>
          <a:p>
            <a:fld id="{E80D4772-CF04-4AF7-BBC8-03110B66CE92}" type="datetimeFigureOut">
              <a:rPr lang="en-US" smtClean="0"/>
            </a:fld>
            <a:endParaRPr lang="en-US"/>
          </a:p>
        </p:txBody>
      </p:sp>
      <p:sp>
        <p:nvSpPr>
          <p:cNvPr id="6" name="Espaço Reservado para Rodapé 5"/>
          <p:cNvSpPr>
            <a:spLocks noGrp="1"/>
          </p:cNvSpPr>
          <p:nvPr>
            <p:ph type="ftr" sz="quarter" idx="11"/>
          </p:nvPr>
        </p:nvSpPr>
        <p:spPr>
          <a:xfrm>
            <a:off x="2343150" y="8475134"/>
            <a:ext cx="2171700" cy="486833"/>
          </a:xfrm>
          <a:prstGeom prst="rect">
            <a:avLst/>
          </a:prstGeom>
        </p:spPr>
        <p:txBody>
          <a:bodyPr/>
          <a:lstStyle/>
          <a:p>
            <a:endParaRPr lang="en-US"/>
          </a:p>
        </p:txBody>
      </p:sp>
      <p:sp>
        <p:nvSpPr>
          <p:cNvPr id="7" name="Espaço Reservado para Número de Slide 6"/>
          <p:cNvSpPr>
            <a:spLocks noGrp="1"/>
          </p:cNvSpPr>
          <p:nvPr>
            <p:ph type="sldNum" sz="quarter" idx="12"/>
          </p:nvPr>
        </p:nvSpPr>
        <p:spPr>
          <a:xfrm>
            <a:off x="4914900" y="8475134"/>
            <a:ext cx="1600200" cy="486833"/>
          </a:xfrm>
          <a:prstGeom prst="rect">
            <a:avLst/>
          </a:prstGeom>
        </p:spPr>
        <p:txBody>
          <a:bodyPr/>
          <a:lstStyle/>
          <a:p>
            <a:fld id="{1DA6C975-AFFA-428C-901F-32A1BF5D986E}"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a:xfrm>
            <a:off x="342900" y="366184"/>
            <a:ext cx="6172200" cy="1524000"/>
          </a:xfrm>
          <a:prstGeom prst="rect">
            <a:avLst/>
          </a:prstGeom>
        </p:spPr>
        <p:txBody>
          <a:bodyPr/>
          <a:lstStyle>
            <a:lvl1pPr>
              <a:defRPr/>
            </a:lvl1pPr>
          </a:lstStyle>
          <a:p>
            <a:r>
              <a:rPr lang="pt-BR"/>
              <a:t>Clique para editar o título mestre</a:t>
            </a:r>
            <a:endParaRPr lang="en-US"/>
          </a:p>
        </p:txBody>
      </p:sp>
      <p:sp>
        <p:nvSpPr>
          <p:cNvPr id="3" name="Espaço Reservado para Texto 2"/>
          <p:cNvSpPr>
            <a:spLocks noGrp="1"/>
          </p:cNvSpPr>
          <p:nvPr>
            <p:ph type="body" idx="1" hasCustomPrompt="1"/>
          </p:nvPr>
        </p:nvSpPr>
        <p:spPr>
          <a:xfrm>
            <a:off x="342900" y="2046817"/>
            <a:ext cx="303014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endParaRPr lang="pt-BR"/>
          </a:p>
        </p:txBody>
      </p:sp>
      <p:sp>
        <p:nvSpPr>
          <p:cNvPr id="4" name="Espaço Reservado para Conteúdo 3"/>
          <p:cNvSpPr>
            <a:spLocks noGrp="1"/>
          </p:cNvSpPr>
          <p:nvPr>
            <p:ph sz="half" idx="2" hasCustomPrompt="1"/>
          </p:nvPr>
        </p:nvSpPr>
        <p:spPr>
          <a:xfrm>
            <a:off x="342900" y="2899833"/>
            <a:ext cx="303014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 texto mestre</a:t>
            </a:r>
            <a:endParaRPr lang="pt-BR"/>
          </a:p>
          <a:p>
            <a:pPr lvl="1"/>
            <a:r>
              <a:rPr lang="pt-BR"/>
              <a:t>Segundo nível</a:t>
            </a:r>
            <a:endParaRPr lang="pt-BR"/>
          </a:p>
          <a:p>
            <a:pPr lvl="2"/>
            <a:r>
              <a:rPr lang="pt-BR"/>
              <a:t>Terceiro nível</a:t>
            </a:r>
            <a:endParaRPr lang="pt-BR"/>
          </a:p>
          <a:p>
            <a:pPr lvl="3"/>
            <a:r>
              <a:rPr lang="pt-BR"/>
              <a:t>Quarto nível</a:t>
            </a:r>
            <a:endParaRPr lang="pt-BR"/>
          </a:p>
          <a:p>
            <a:pPr lvl="4"/>
            <a:r>
              <a:rPr lang="pt-BR"/>
              <a:t>Quinto nível</a:t>
            </a:r>
            <a:endParaRPr lang="en-US"/>
          </a:p>
        </p:txBody>
      </p:sp>
      <p:sp>
        <p:nvSpPr>
          <p:cNvPr id="5" name="Espaço Reservado para Texto 4"/>
          <p:cNvSpPr>
            <a:spLocks noGrp="1"/>
          </p:cNvSpPr>
          <p:nvPr>
            <p:ph type="body" sz="quarter" idx="3" hasCustomPrompt="1"/>
          </p:nvPr>
        </p:nvSpPr>
        <p:spPr>
          <a:xfrm>
            <a:off x="3483769" y="2046817"/>
            <a:ext cx="303133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endParaRPr lang="pt-BR"/>
          </a:p>
        </p:txBody>
      </p:sp>
      <p:sp>
        <p:nvSpPr>
          <p:cNvPr id="6" name="Espaço Reservado para Conteúdo 5"/>
          <p:cNvSpPr>
            <a:spLocks noGrp="1"/>
          </p:cNvSpPr>
          <p:nvPr>
            <p:ph sz="quarter" idx="4" hasCustomPrompt="1"/>
          </p:nvPr>
        </p:nvSpPr>
        <p:spPr>
          <a:xfrm>
            <a:off x="3483769" y="2899833"/>
            <a:ext cx="303133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 texto mestre</a:t>
            </a:r>
            <a:endParaRPr lang="pt-BR"/>
          </a:p>
          <a:p>
            <a:pPr lvl="1"/>
            <a:r>
              <a:rPr lang="pt-BR"/>
              <a:t>Segundo nível</a:t>
            </a:r>
            <a:endParaRPr lang="pt-BR"/>
          </a:p>
          <a:p>
            <a:pPr lvl="2"/>
            <a:r>
              <a:rPr lang="pt-BR"/>
              <a:t>Terceiro nível</a:t>
            </a:r>
            <a:endParaRPr lang="pt-BR"/>
          </a:p>
          <a:p>
            <a:pPr lvl="3"/>
            <a:r>
              <a:rPr lang="pt-BR"/>
              <a:t>Quarto nível</a:t>
            </a:r>
            <a:endParaRPr lang="pt-BR"/>
          </a:p>
          <a:p>
            <a:pPr lvl="4"/>
            <a:r>
              <a:rPr lang="pt-BR"/>
              <a:t>Quinto nível</a:t>
            </a:r>
            <a:endParaRPr lang="en-US"/>
          </a:p>
        </p:txBody>
      </p:sp>
      <p:sp>
        <p:nvSpPr>
          <p:cNvPr id="7" name="Espaço Reservado para Data 6"/>
          <p:cNvSpPr>
            <a:spLocks noGrp="1"/>
          </p:cNvSpPr>
          <p:nvPr>
            <p:ph type="dt" sz="half" idx="10"/>
          </p:nvPr>
        </p:nvSpPr>
        <p:spPr>
          <a:xfrm>
            <a:off x="342900" y="8475134"/>
            <a:ext cx="1600200" cy="486833"/>
          </a:xfrm>
          <a:prstGeom prst="rect">
            <a:avLst/>
          </a:prstGeom>
        </p:spPr>
        <p:txBody>
          <a:bodyPr/>
          <a:lstStyle/>
          <a:p>
            <a:fld id="{E80D4772-CF04-4AF7-BBC8-03110B66CE92}" type="datetimeFigureOut">
              <a:rPr lang="en-US" smtClean="0"/>
            </a:fld>
            <a:endParaRPr lang="en-US"/>
          </a:p>
        </p:txBody>
      </p:sp>
      <p:sp>
        <p:nvSpPr>
          <p:cNvPr id="8" name="Espaço Reservado para Rodapé 7"/>
          <p:cNvSpPr>
            <a:spLocks noGrp="1"/>
          </p:cNvSpPr>
          <p:nvPr>
            <p:ph type="ftr" sz="quarter" idx="11"/>
          </p:nvPr>
        </p:nvSpPr>
        <p:spPr>
          <a:xfrm>
            <a:off x="2343150" y="8475134"/>
            <a:ext cx="2171700" cy="486833"/>
          </a:xfrm>
          <a:prstGeom prst="rect">
            <a:avLst/>
          </a:prstGeom>
        </p:spPr>
        <p:txBody>
          <a:bodyPr/>
          <a:lstStyle/>
          <a:p>
            <a:endParaRPr lang="en-US"/>
          </a:p>
        </p:txBody>
      </p:sp>
      <p:sp>
        <p:nvSpPr>
          <p:cNvPr id="9" name="Espaço Reservado para Número de Slide 8"/>
          <p:cNvSpPr>
            <a:spLocks noGrp="1"/>
          </p:cNvSpPr>
          <p:nvPr>
            <p:ph type="sldNum" sz="quarter" idx="12"/>
          </p:nvPr>
        </p:nvSpPr>
        <p:spPr>
          <a:xfrm>
            <a:off x="4914900" y="8475134"/>
            <a:ext cx="1600200" cy="486833"/>
          </a:xfrm>
          <a:prstGeom prst="rect">
            <a:avLst/>
          </a:prstGeom>
        </p:spPr>
        <p:txBody>
          <a:bodyPr/>
          <a:lstStyle/>
          <a:p>
            <a:fld id="{1DA6C975-AFFA-428C-901F-32A1BF5D986E}"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a:xfrm>
            <a:off x="342900" y="8475134"/>
            <a:ext cx="1600200" cy="486833"/>
          </a:xfrm>
          <a:prstGeom prst="rect">
            <a:avLst/>
          </a:prstGeom>
        </p:spPr>
        <p:txBody>
          <a:bodyPr/>
          <a:lstStyle/>
          <a:p>
            <a:fld id="{E80D4772-CF04-4AF7-BBC8-03110B66CE92}" type="datetimeFigureOut">
              <a:rPr lang="en-US" smtClean="0"/>
            </a:fld>
            <a:endParaRPr lang="en-US"/>
          </a:p>
        </p:txBody>
      </p:sp>
      <p:sp>
        <p:nvSpPr>
          <p:cNvPr id="3" name="Espaço Reservado para Rodapé 2"/>
          <p:cNvSpPr>
            <a:spLocks noGrp="1"/>
          </p:cNvSpPr>
          <p:nvPr>
            <p:ph type="ftr" sz="quarter" idx="11"/>
          </p:nvPr>
        </p:nvSpPr>
        <p:spPr>
          <a:xfrm>
            <a:off x="2343150" y="8475134"/>
            <a:ext cx="2171700" cy="486833"/>
          </a:xfrm>
          <a:prstGeom prst="rect">
            <a:avLst/>
          </a:prstGeom>
        </p:spPr>
        <p:txBody>
          <a:bodyPr/>
          <a:lstStyle/>
          <a:p>
            <a:endParaRPr lang="en-US"/>
          </a:p>
        </p:txBody>
      </p:sp>
      <p:sp>
        <p:nvSpPr>
          <p:cNvPr id="4" name="Espaço Reservado para Número de Slide 3"/>
          <p:cNvSpPr>
            <a:spLocks noGrp="1"/>
          </p:cNvSpPr>
          <p:nvPr>
            <p:ph type="sldNum" sz="quarter" idx="12"/>
          </p:nvPr>
        </p:nvSpPr>
        <p:spPr>
          <a:xfrm>
            <a:off x="4914900" y="8475134"/>
            <a:ext cx="1600200" cy="486833"/>
          </a:xfrm>
          <a:prstGeom prst="rect">
            <a:avLst/>
          </a:prstGeom>
        </p:spPr>
        <p:txBody>
          <a:bodyPr/>
          <a:lstStyle/>
          <a:p>
            <a:fld id="{1DA6C975-AFFA-428C-901F-32A1BF5D986E}"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342900" y="364067"/>
            <a:ext cx="2256235" cy="1549400"/>
          </a:xfrm>
          <a:prstGeom prst="rect">
            <a:avLst/>
          </a:prstGeom>
        </p:spPr>
        <p:txBody>
          <a:bodyPr anchor="b"/>
          <a:lstStyle>
            <a:lvl1pPr algn="l">
              <a:defRPr sz="2000" b="1"/>
            </a:lvl1pPr>
          </a:lstStyle>
          <a:p>
            <a:r>
              <a:rPr lang="pt-BR"/>
              <a:t>Clique para editar o título mestre</a:t>
            </a:r>
            <a:endParaRPr lang="en-US"/>
          </a:p>
        </p:txBody>
      </p:sp>
      <p:sp>
        <p:nvSpPr>
          <p:cNvPr id="3" name="Espaço Reservado para Conteúdo 2"/>
          <p:cNvSpPr>
            <a:spLocks noGrp="1"/>
          </p:cNvSpPr>
          <p:nvPr>
            <p:ph idx="1" hasCustomPrompt="1"/>
          </p:nvPr>
        </p:nvSpPr>
        <p:spPr>
          <a:xfrm>
            <a:off x="2681287" y="364067"/>
            <a:ext cx="3833813" cy="780415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 texto mestre</a:t>
            </a:r>
            <a:endParaRPr lang="pt-BR"/>
          </a:p>
          <a:p>
            <a:pPr lvl="1"/>
            <a:r>
              <a:rPr lang="pt-BR"/>
              <a:t>Segundo nível</a:t>
            </a:r>
            <a:endParaRPr lang="pt-BR"/>
          </a:p>
          <a:p>
            <a:pPr lvl="2"/>
            <a:r>
              <a:rPr lang="pt-BR"/>
              <a:t>Terceiro nível</a:t>
            </a:r>
            <a:endParaRPr lang="pt-BR"/>
          </a:p>
          <a:p>
            <a:pPr lvl="3"/>
            <a:r>
              <a:rPr lang="pt-BR"/>
              <a:t>Quarto nível</a:t>
            </a:r>
            <a:endParaRPr lang="pt-BR"/>
          </a:p>
          <a:p>
            <a:pPr lvl="4"/>
            <a:r>
              <a:rPr lang="pt-BR"/>
              <a:t>Quinto nível</a:t>
            </a:r>
            <a:endParaRPr lang="en-US"/>
          </a:p>
        </p:txBody>
      </p:sp>
      <p:sp>
        <p:nvSpPr>
          <p:cNvPr id="4" name="Espaço Reservado para Texto 3"/>
          <p:cNvSpPr>
            <a:spLocks noGrp="1"/>
          </p:cNvSpPr>
          <p:nvPr>
            <p:ph type="body" sz="half" idx="2" hasCustomPrompt="1"/>
          </p:nvPr>
        </p:nvSpPr>
        <p:spPr>
          <a:xfrm>
            <a:off x="342900" y="1913467"/>
            <a:ext cx="2256235" cy="625475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 texto mestre</a:t>
            </a:r>
            <a:endParaRPr lang="pt-BR"/>
          </a:p>
        </p:txBody>
      </p:sp>
      <p:sp>
        <p:nvSpPr>
          <p:cNvPr id="5" name="Espaço Reservado para Data 4"/>
          <p:cNvSpPr>
            <a:spLocks noGrp="1"/>
          </p:cNvSpPr>
          <p:nvPr>
            <p:ph type="dt" sz="half" idx="10"/>
          </p:nvPr>
        </p:nvSpPr>
        <p:spPr>
          <a:xfrm>
            <a:off x="342900" y="8475134"/>
            <a:ext cx="1600200" cy="486833"/>
          </a:xfrm>
          <a:prstGeom prst="rect">
            <a:avLst/>
          </a:prstGeom>
        </p:spPr>
        <p:txBody>
          <a:bodyPr/>
          <a:lstStyle/>
          <a:p>
            <a:fld id="{E80D4772-CF04-4AF7-BBC8-03110B66CE92}" type="datetimeFigureOut">
              <a:rPr lang="en-US" smtClean="0"/>
            </a:fld>
            <a:endParaRPr lang="en-US"/>
          </a:p>
        </p:txBody>
      </p:sp>
      <p:sp>
        <p:nvSpPr>
          <p:cNvPr id="6" name="Espaço Reservado para Rodapé 5"/>
          <p:cNvSpPr>
            <a:spLocks noGrp="1"/>
          </p:cNvSpPr>
          <p:nvPr>
            <p:ph type="ftr" sz="quarter" idx="11"/>
          </p:nvPr>
        </p:nvSpPr>
        <p:spPr>
          <a:xfrm>
            <a:off x="2343150" y="8475134"/>
            <a:ext cx="2171700" cy="486833"/>
          </a:xfrm>
          <a:prstGeom prst="rect">
            <a:avLst/>
          </a:prstGeom>
        </p:spPr>
        <p:txBody>
          <a:bodyPr/>
          <a:lstStyle/>
          <a:p>
            <a:endParaRPr lang="en-US"/>
          </a:p>
        </p:txBody>
      </p:sp>
      <p:sp>
        <p:nvSpPr>
          <p:cNvPr id="7" name="Espaço Reservado para Número de Slide 6"/>
          <p:cNvSpPr>
            <a:spLocks noGrp="1"/>
          </p:cNvSpPr>
          <p:nvPr>
            <p:ph type="sldNum" sz="quarter" idx="12"/>
          </p:nvPr>
        </p:nvSpPr>
        <p:spPr>
          <a:xfrm>
            <a:off x="4914900" y="8475134"/>
            <a:ext cx="1600200" cy="486833"/>
          </a:xfrm>
          <a:prstGeom prst="rect">
            <a:avLst/>
          </a:prstGeom>
        </p:spPr>
        <p:txBody>
          <a:bodyPr/>
          <a:lstStyle/>
          <a:p>
            <a:fld id="{1DA6C975-AFFA-428C-901F-32A1BF5D986E}"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1344216" y="6400800"/>
            <a:ext cx="4114800" cy="755651"/>
          </a:xfrm>
          <a:prstGeom prst="rect">
            <a:avLst/>
          </a:prstGeom>
        </p:spPr>
        <p:txBody>
          <a:bodyPr anchor="b"/>
          <a:lstStyle>
            <a:lvl1pPr algn="l">
              <a:defRPr sz="2000" b="1"/>
            </a:lvl1pPr>
          </a:lstStyle>
          <a:p>
            <a:r>
              <a:rPr lang="pt-BR"/>
              <a:t>Clique para editar o título mestre</a:t>
            </a:r>
            <a:endParaRPr lang="en-US"/>
          </a:p>
        </p:txBody>
      </p:sp>
      <p:sp>
        <p:nvSpPr>
          <p:cNvPr id="3" name="Espaço Reservado para Imagem 2"/>
          <p:cNvSpPr>
            <a:spLocks noGrp="1"/>
          </p:cNvSpPr>
          <p:nvPr>
            <p:ph type="pic" idx="1"/>
          </p:nvPr>
        </p:nvSpPr>
        <p:spPr>
          <a:xfrm>
            <a:off x="1344216" y="817033"/>
            <a:ext cx="41148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Espaço Reservado para Texto 3"/>
          <p:cNvSpPr>
            <a:spLocks noGrp="1"/>
          </p:cNvSpPr>
          <p:nvPr>
            <p:ph type="body" sz="half" idx="2" hasCustomPrompt="1"/>
          </p:nvPr>
        </p:nvSpPr>
        <p:spPr>
          <a:xfrm>
            <a:off x="1344216" y="7156451"/>
            <a:ext cx="4114800" cy="107314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 texto mestre</a:t>
            </a:r>
            <a:endParaRPr lang="pt-BR"/>
          </a:p>
        </p:txBody>
      </p:sp>
      <p:sp>
        <p:nvSpPr>
          <p:cNvPr id="5" name="Espaço Reservado para Data 4"/>
          <p:cNvSpPr>
            <a:spLocks noGrp="1"/>
          </p:cNvSpPr>
          <p:nvPr>
            <p:ph type="dt" sz="half" idx="10"/>
          </p:nvPr>
        </p:nvSpPr>
        <p:spPr>
          <a:xfrm>
            <a:off x="342900" y="8475134"/>
            <a:ext cx="1600200" cy="486833"/>
          </a:xfrm>
          <a:prstGeom prst="rect">
            <a:avLst/>
          </a:prstGeom>
        </p:spPr>
        <p:txBody>
          <a:bodyPr/>
          <a:lstStyle/>
          <a:p>
            <a:fld id="{E80D4772-CF04-4AF7-BBC8-03110B66CE92}" type="datetimeFigureOut">
              <a:rPr lang="en-US" smtClean="0"/>
            </a:fld>
            <a:endParaRPr lang="en-US"/>
          </a:p>
        </p:txBody>
      </p:sp>
      <p:sp>
        <p:nvSpPr>
          <p:cNvPr id="6" name="Espaço Reservado para Rodapé 5"/>
          <p:cNvSpPr>
            <a:spLocks noGrp="1"/>
          </p:cNvSpPr>
          <p:nvPr>
            <p:ph type="ftr" sz="quarter" idx="11"/>
          </p:nvPr>
        </p:nvSpPr>
        <p:spPr>
          <a:xfrm>
            <a:off x="2343150" y="8475134"/>
            <a:ext cx="2171700" cy="486833"/>
          </a:xfrm>
          <a:prstGeom prst="rect">
            <a:avLst/>
          </a:prstGeom>
        </p:spPr>
        <p:txBody>
          <a:bodyPr/>
          <a:lstStyle/>
          <a:p>
            <a:endParaRPr lang="en-US"/>
          </a:p>
        </p:txBody>
      </p:sp>
      <p:sp>
        <p:nvSpPr>
          <p:cNvPr id="7" name="Espaço Reservado para Número de Slide 6"/>
          <p:cNvSpPr>
            <a:spLocks noGrp="1"/>
          </p:cNvSpPr>
          <p:nvPr>
            <p:ph type="sldNum" sz="quarter" idx="12"/>
          </p:nvPr>
        </p:nvSpPr>
        <p:spPr>
          <a:xfrm>
            <a:off x="4914900" y="8475134"/>
            <a:ext cx="1600200" cy="486833"/>
          </a:xfrm>
          <a:prstGeom prst="rect">
            <a:avLst/>
          </a:prstGeom>
        </p:spPr>
        <p:txBody>
          <a:bodyPr/>
          <a:lstStyle/>
          <a:p>
            <a:fld id="{1DA6C975-AFFA-428C-901F-32A1BF5D986E}"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a:xfrm>
            <a:off x="342900" y="366184"/>
            <a:ext cx="6172200" cy="1524000"/>
          </a:xfrm>
          <a:prstGeom prst="rect">
            <a:avLst/>
          </a:prstGeom>
        </p:spPr>
        <p:txBody>
          <a:bodyPr/>
          <a:lstStyle/>
          <a:p>
            <a:r>
              <a:rPr lang="pt-BR"/>
              <a:t>Clique para editar o título mestre</a:t>
            </a:r>
            <a:endParaRPr lang="en-US"/>
          </a:p>
        </p:txBody>
      </p:sp>
      <p:sp>
        <p:nvSpPr>
          <p:cNvPr id="3" name="Espaço Reservado para Texto Vertical 2"/>
          <p:cNvSpPr>
            <a:spLocks noGrp="1"/>
          </p:cNvSpPr>
          <p:nvPr>
            <p:ph type="body" orient="vert" idx="1" hasCustomPrompt="1"/>
          </p:nvPr>
        </p:nvSpPr>
        <p:spPr/>
        <p:txBody>
          <a:bodyPr vert="eaVert"/>
          <a:lstStyle/>
          <a:p>
            <a:pPr lvl="0"/>
            <a:r>
              <a:rPr lang="pt-BR"/>
              <a:t>Clique para editar o texto mestre</a:t>
            </a:r>
            <a:endParaRPr lang="pt-BR"/>
          </a:p>
          <a:p>
            <a:pPr lvl="1"/>
            <a:r>
              <a:rPr lang="pt-BR"/>
              <a:t>Segundo nível</a:t>
            </a:r>
            <a:endParaRPr lang="pt-BR"/>
          </a:p>
          <a:p>
            <a:pPr lvl="2"/>
            <a:r>
              <a:rPr lang="pt-BR"/>
              <a:t>Terceiro nível</a:t>
            </a:r>
            <a:endParaRPr lang="pt-BR"/>
          </a:p>
          <a:p>
            <a:pPr lvl="3"/>
            <a:r>
              <a:rPr lang="pt-BR"/>
              <a:t>Quarto nível</a:t>
            </a:r>
            <a:endParaRPr lang="pt-BR"/>
          </a:p>
          <a:p>
            <a:pPr lvl="4"/>
            <a:r>
              <a:rPr lang="pt-BR"/>
              <a:t>Quinto nível</a:t>
            </a:r>
            <a:endParaRPr lang="en-US"/>
          </a:p>
        </p:txBody>
      </p:sp>
      <p:sp>
        <p:nvSpPr>
          <p:cNvPr id="4" name="Espaço Reservado para Data 3"/>
          <p:cNvSpPr>
            <a:spLocks noGrp="1"/>
          </p:cNvSpPr>
          <p:nvPr>
            <p:ph type="dt" sz="half" idx="10"/>
          </p:nvPr>
        </p:nvSpPr>
        <p:spPr>
          <a:xfrm>
            <a:off x="342900" y="8475134"/>
            <a:ext cx="1600200" cy="486833"/>
          </a:xfrm>
          <a:prstGeom prst="rect">
            <a:avLst/>
          </a:prstGeom>
        </p:spPr>
        <p:txBody>
          <a:bodyPr/>
          <a:lstStyle/>
          <a:p>
            <a:fld id="{E80D4772-CF04-4AF7-BBC8-03110B66CE92}" type="datetimeFigureOut">
              <a:rPr lang="en-US" smtClean="0"/>
            </a:fld>
            <a:endParaRPr lang="en-US"/>
          </a:p>
        </p:txBody>
      </p:sp>
      <p:sp>
        <p:nvSpPr>
          <p:cNvPr id="5" name="Espaço Reservado para Rodapé 4"/>
          <p:cNvSpPr>
            <a:spLocks noGrp="1"/>
          </p:cNvSpPr>
          <p:nvPr>
            <p:ph type="ftr" sz="quarter" idx="11"/>
          </p:nvPr>
        </p:nvSpPr>
        <p:spPr>
          <a:xfrm>
            <a:off x="2343150" y="8475134"/>
            <a:ext cx="2171700" cy="486833"/>
          </a:xfrm>
          <a:prstGeom prst="rect">
            <a:avLst/>
          </a:prstGeom>
        </p:spPr>
        <p:txBody>
          <a:bodyPr/>
          <a:lstStyle/>
          <a:p>
            <a:endParaRPr lang="en-US"/>
          </a:p>
        </p:txBody>
      </p:sp>
      <p:sp>
        <p:nvSpPr>
          <p:cNvPr id="6" name="Espaço Reservado para Número de Slide 5"/>
          <p:cNvSpPr>
            <a:spLocks noGrp="1"/>
          </p:cNvSpPr>
          <p:nvPr>
            <p:ph type="sldNum" sz="quarter" idx="12"/>
          </p:nvPr>
        </p:nvSpPr>
        <p:spPr>
          <a:xfrm>
            <a:off x="4914900" y="8475134"/>
            <a:ext cx="1600200" cy="486833"/>
          </a:xfrm>
          <a:prstGeom prst="rect">
            <a:avLst/>
          </a:prstGeom>
        </p:spPr>
        <p:txBody>
          <a:bodyPr/>
          <a:lstStyle/>
          <a:p>
            <a:fld id="{1DA6C975-AFFA-428C-901F-32A1BF5D986E}"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4972050" y="366185"/>
            <a:ext cx="1543050" cy="7802033"/>
          </a:xfrm>
          <a:prstGeom prst="rect">
            <a:avLst/>
          </a:prstGeom>
        </p:spPr>
        <p:txBody>
          <a:bodyPr vert="eaVert"/>
          <a:lstStyle/>
          <a:p>
            <a:r>
              <a:rPr lang="pt-BR"/>
              <a:t>Clique para editar o título mestre</a:t>
            </a:r>
            <a:endParaRPr lang="en-US"/>
          </a:p>
        </p:txBody>
      </p:sp>
      <p:sp>
        <p:nvSpPr>
          <p:cNvPr id="3" name="Espaço Reservado para Texto Vertical 2"/>
          <p:cNvSpPr>
            <a:spLocks noGrp="1"/>
          </p:cNvSpPr>
          <p:nvPr>
            <p:ph type="body" orient="vert" idx="1" hasCustomPrompt="1"/>
          </p:nvPr>
        </p:nvSpPr>
        <p:spPr>
          <a:xfrm>
            <a:off x="342900" y="366185"/>
            <a:ext cx="4514850" cy="7802033"/>
          </a:xfrm>
        </p:spPr>
        <p:txBody>
          <a:bodyPr vert="eaVert"/>
          <a:lstStyle/>
          <a:p>
            <a:pPr lvl="0"/>
            <a:r>
              <a:rPr lang="pt-BR"/>
              <a:t>Clique para editar o texto mestre</a:t>
            </a:r>
            <a:endParaRPr lang="pt-BR"/>
          </a:p>
          <a:p>
            <a:pPr lvl="1"/>
            <a:r>
              <a:rPr lang="pt-BR"/>
              <a:t>Segundo nível</a:t>
            </a:r>
            <a:endParaRPr lang="pt-BR"/>
          </a:p>
          <a:p>
            <a:pPr lvl="2"/>
            <a:r>
              <a:rPr lang="pt-BR"/>
              <a:t>Terceiro nível</a:t>
            </a:r>
            <a:endParaRPr lang="pt-BR"/>
          </a:p>
          <a:p>
            <a:pPr lvl="3"/>
            <a:r>
              <a:rPr lang="pt-BR"/>
              <a:t>Quarto nível</a:t>
            </a:r>
            <a:endParaRPr lang="pt-BR"/>
          </a:p>
          <a:p>
            <a:pPr lvl="4"/>
            <a:r>
              <a:rPr lang="pt-BR"/>
              <a:t>Quinto nível</a:t>
            </a:r>
            <a:endParaRPr lang="en-US"/>
          </a:p>
        </p:txBody>
      </p:sp>
      <p:sp>
        <p:nvSpPr>
          <p:cNvPr id="4" name="Espaço Reservado para Data 3"/>
          <p:cNvSpPr>
            <a:spLocks noGrp="1"/>
          </p:cNvSpPr>
          <p:nvPr>
            <p:ph type="dt" sz="half" idx="10"/>
          </p:nvPr>
        </p:nvSpPr>
        <p:spPr>
          <a:xfrm>
            <a:off x="342900" y="8475134"/>
            <a:ext cx="1600200" cy="486833"/>
          </a:xfrm>
          <a:prstGeom prst="rect">
            <a:avLst/>
          </a:prstGeom>
        </p:spPr>
        <p:txBody>
          <a:bodyPr/>
          <a:lstStyle/>
          <a:p>
            <a:fld id="{E80D4772-CF04-4AF7-BBC8-03110B66CE92}" type="datetimeFigureOut">
              <a:rPr lang="en-US" smtClean="0"/>
            </a:fld>
            <a:endParaRPr lang="en-US"/>
          </a:p>
        </p:txBody>
      </p:sp>
      <p:sp>
        <p:nvSpPr>
          <p:cNvPr id="5" name="Espaço Reservado para Rodapé 4"/>
          <p:cNvSpPr>
            <a:spLocks noGrp="1"/>
          </p:cNvSpPr>
          <p:nvPr>
            <p:ph type="ftr" sz="quarter" idx="11"/>
          </p:nvPr>
        </p:nvSpPr>
        <p:spPr>
          <a:xfrm>
            <a:off x="2343150" y="8475134"/>
            <a:ext cx="2171700" cy="486833"/>
          </a:xfrm>
          <a:prstGeom prst="rect">
            <a:avLst/>
          </a:prstGeom>
        </p:spPr>
        <p:txBody>
          <a:bodyPr/>
          <a:lstStyle/>
          <a:p>
            <a:endParaRPr lang="en-US"/>
          </a:p>
        </p:txBody>
      </p:sp>
      <p:sp>
        <p:nvSpPr>
          <p:cNvPr id="6" name="Espaço Reservado para Número de Slide 5"/>
          <p:cNvSpPr>
            <a:spLocks noGrp="1"/>
          </p:cNvSpPr>
          <p:nvPr>
            <p:ph type="sldNum" sz="quarter" idx="12"/>
          </p:nvPr>
        </p:nvSpPr>
        <p:spPr>
          <a:xfrm>
            <a:off x="4914900" y="8475134"/>
            <a:ext cx="1600200" cy="486833"/>
          </a:xfrm>
          <a:prstGeom prst="rect">
            <a:avLst/>
          </a:prstGeom>
        </p:spPr>
        <p:txBody>
          <a:bodyPr/>
          <a:lstStyle/>
          <a:p>
            <a:fld id="{1DA6C975-AFFA-428C-901F-32A1BF5D986E}"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514350" y="2840038"/>
            <a:ext cx="5829300" cy="1960562"/>
          </a:xfrm>
        </p:spPr>
        <p:txBody>
          <a:bodyPr/>
          <a:lstStyle/>
          <a:p>
            <a:r>
              <a:rPr lang="pt-BR"/>
              <a:t>Clique para editar o título mestre</a:t>
            </a:r>
            <a:endParaRPr lang="en-US"/>
          </a:p>
        </p:txBody>
      </p:sp>
      <p:sp>
        <p:nvSpPr>
          <p:cNvPr id="3" name="Subtítulo 2"/>
          <p:cNvSpPr>
            <a:spLocks noGrp="1"/>
          </p:cNvSpPr>
          <p:nvPr>
            <p:ph type="subTitle" idx="1" hasCustomPrompt="1"/>
          </p:nvPr>
        </p:nvSpPr>
        <p:spPr>
          <a:xfrm>
            <a:off x="1028700" y="5181600"/>
            <a:ext cx="4800600" cy="23368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a:t>Clique para editar o estilo do subtítulo mestre</a:t>
            </a:r>
            <a:endParaRPr lang="en-US"/>
          </a:p>
        </p:txBody>
      </p:sp>
      <p:sp>
        <p:nvSpPr>
          <p:cNvPr id="4" name="Espaço Reservado para Data 3"/>
          <p:cNvSpPr>
            <a:spLocks noGrp="1"/>
          </p:cNvSpPr>
          <p:nvPr>
            <p:ph type="dt" sz="half" idx="10"/>
          </p:nvPr>
        </p:nvSpPr>
        <p:spPr/>
        <p:txBody>
          <a:bodyPr/>
          <a:lstStyle/>
          <a:p>
            <a:fld id="{254D26A4-2BCA-47CE-8249-4856479AAA98}" type="datetimeFigureOut">
              <a:rPr lang="en-US" smtClean="0"/>
            </a:fld>
            <a:endParaRPr lang="en-US"/>
          </a:p>
        </p:txBody>
      </p:sp>
      <p:sp>
        <p:nvSpPr>
          <p:cNvPr id="5" name="Espaço Reservado para Rodapé 4"/>
          <p:cNvSpPr>
            <a:spLocks noGrp="1"/>
          </p:cNvSpPr>
          <p:nvPr>
            <p:ph type="ftr" sz="quarter" idx="11"/>
          </p:nvPr>
        </p:nvSpPr>
        <p:spPr/>
        <p:txBody>
          <a:bodyPr/>
          <a:lstStyle/>
          <a:p>
            <a:endParaRPr lang="en-US"/>
          </a:p>
        </p:txBody>
      </p:sp>
      <p:sp>
        <p:nvSpPr>
          <p:cNvPr id="6" name="Espaço Reservado para Número de Slide 5"/>
          <p:cNvSpPr>
            <a:spLocks noGrp="1"/>
          </p:cNvSpPr>
          <p:nvPr>
            <p:ph type="sldNum" sz="quarter" idx="12"/>
          </p:nvPr>
        </p:nvSpPr>
        <p:spPr/>
        <p:txBody>
          <a:bodyPr/>
          <a:lstStyle/>
          <a:p>
            <a:fld id="{B46DDC54-1274-46EC-ACA6-7EEA034933A3}" type="slidenum">
              <a:rPr lang="en-US" smtClean="0"/>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endParaRPr lang="en-US"/>
          </a:p>
        </p:txBody>
      </p:sp>
      <p:sp>
        <p:nvSpPr>
          <p:cNvPr id="3" name="Espaço Reservado para Conteúdo 2"/>
          <p:cNvSpPr>
            <a:spLocks noGrp="1"/>
          </p:cNvSpPr>
          <p:nvPr>
            <p:ph idx="1" hasCustomPrompt="1"/>
          </p:nvPr>
        </p:nvSpPr>
        <p:spPr/>
        <p:txBody>
          <a:bodyPr/>
          <a:lstStyle/>
          <a:p>
            <a:pPr lvl="0"/>
            <a:r>
              <a:rPr lang="pt-BR"/>
              <a:t>Clique para editar o texto mestre</a:t>
            </a:r>
            <a:endParaRPr lang="pt-BR"/>
          </a:p>
          <a:p>
            <a:pPr lvl="1"/>
            <a:r>
              <a:rPr lang="pt-BR"/>
              <a:t>Segundo nível</a:t>
            </a:r>
            <a:endParaRPr lang="pt-BR"/>
          </a:p>
          <a:p>
            <a:pPr lvl="2"/>
            <a:r>
              <a:rPr lang="pt-BR"/>
              <a:t>Terceiro nível</a:t>
            </a:r>
            <a:endParaRPr lang="pt-BR"/>
          </a:p>
          <a:p>
            <a:pPr lvl="3"/>
            <a:r>
              <a:rPr lang="pt-BR"/>
              <a:t>Quarto nível</a:t>
            </a:r>
            <a:endParaRPr lang="pt-BR"/>
          </a:p>
          <a:p>
            <a:pPr lvl="4"/>
            <a:r>
              <a:rPr lang="pt-BR"/>
              <a:t>Quinto nível</a:t>
            </a:r>
            <a:endParaRPr lang="en-US"/>
          </a:p>
        </p:txBody>
      </p:sp>
      <p:sp>
        <p:nvSpPr>
          <p:cNvPr id="4" name="Espaço Reservado para Data 3"/>
          <p:cNvSpPr>
            <a:spLocks noGrp="1"/>
          </p:cNvSpPr>
          <p:nvPr>
            <p:ph type="dt" sz="half" idx="10"/>
          </p:nvPr>
        </p:nvSpPr>
        <p:spPr/>
        <p:txBody>
          <a:bodyPr/>
          <a:lstStyle/>
          <a:p>
            <a:fld id="{254D26A4-2BCA-47CE-8249-4856479AAA98}" type="datetimeFigureOut">
              <a:rPr lang="en-US" smtClean="0"/>
            </a:fld>
            <a:endParaRPr lang="en-US"/>
          </a:p>
        </p:txBody>
      </p:sp>
      <p:sp>
        <p:nvSpPr>
          <p:cNvPr id="5" name="Espaço Reservado para Rodapé 4"/>
          <p:cNvSpPr>
            <a:spLocks noGrp="1"/>
          </p:cNvSpPr>
          <p:nvPr>
            <p:ph type="ftr" sz="quarter" idx="11"/>
          </p:nvPr>
        </p:nvSpPr>
        <p:spPr/>
        <p:txBody>
          <a:bodyPr/>
          <a:lstStyle/>
          <a:p>
            <a:endParaRPr lang="en-US"/>
          </a:p>
        </p:txBody>
      </p:sp>
      <p:sp>
        <p:nvSpPr>
          <p:cNvPr id="6" name="Espaço Reservado para Número de Slide 5"/>
          <p:cNvSpPr>
            <a:spLocks noGrp="1"/>
          </p:cNvSpPr>
          <p:nvPr>
            <p:ph type="sldNum" sz="quarter" idx="12"/>
          </p:nvPr>
        </p:nvSpPr>
        <p:spPr/>
        <p:txBody>
          <a:bodyPr/>
          <a:lstStyle/>
          <a:p>
            <a:fld id="{B46DDC54-1274-46EC-ACA6-7EEA034933A3}" type="slidenum">
              <a:rPr lang="en-US" smtClean="0"/>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541338" y="5875338"/>
            <a:ext cx="5829300" cy="1816100"/>
          </a:xfrm>
        </p:spPr>
        <p:txBody>
          <a:bodyPr anchor="t"/>
          <a:lstStyle>
            <a:lvl1pPr algn="l">
              <a:defRPr sz="4000" b="1" cap="all"/>
            </a:lvl1pPr>
          </a:lstStyle>
          <a:p>
            <a:r>
              <a:rPr lang="pt-BR"/>
              <a:t>Clique para editar o título mestre</a:t>
            </a:r>
            <a:endParaRPr lang="en-US"/>
          </a:p>
        </p:txBody>
      </p:sp>
      <p:sp>
        <p:nvSpPr>
          <p:cNvPr id="3" name="Espaço Reservado para Texto 2"/>
          <p:cNvSpPr>
            <a:spLocks noGrp="1"/>
          </p:cNvSpPr>
          <p:nvPr>
            <p:ph type="body" idx="1" hasCustomPrompt="1"/>
          </p:nvPr>
        </p:nvSpPr>
        <p:spPr>
          <a:xfrm>
            <a:off x="541338" y="3875088"/>
            <a:ext cx="5829300" cy="200025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 texto mestre</a:t>
            </a:r>
            <a:endParaRPr lang="pt-BR"/>
          </a:p>
        </p:txBody>
      </p:sp>
      <p:sp>
        <p:nvSpPr>
          <p:cNvPr id="4" name="Espaço Reservado para Data 3"/>
          <p:cNvSpPr>
            <a:spLocks noGrp="1"/>
          </p:cNvSpPr>
          <p:nvPr>
            <p:ph type="dt" sz="half" idx="10"/>
          </p:nvPr>
        </p:nvSpPr>
        <p:spPr/>
        <p:txBody>
          <a:bodyPr/>
          <a:lstStyle/>
          <a:p>
            <a:fld id="{254D26A4-2BCA-47CE-8249-4856479AAA98}" type="datetimeFigureOut">
              <a:rPr lang="en-US" smtClean="0"/>
            </a:fld>
            <a:endParaRPr lang="en-US"/>
          </a:p>
        </p:txBody>
      </p:sp>
      <p:sp>
        <p:nvSpPr>
          <p:cNvPr id="5" name="Espaço Reservado para Rodapé 4"/>
          <p:cNvSpPr>
            <a:spLocks noGrp="1"/>
          </p:cNvSpPr>
          <p:nvPr>
            <p:ph type="ftr" sz="quarter" idx="11"/>
          </p:nvPr>
        </p:nvSpPr>
        <p:spPr/>
        <p:txBody>
          <a:bodyPr/>
          <a:lstStyle/>
          <a:p>
            <a:endParaRPr lang="en-US"/>
          </a:p>
        </p:txBody>
      </p:sp>
      <p:sp>
        <p:nvSpPr>
          <p:cNvPr id="6" name="Espaço Reservado para Número de Slide 5"/>
          <p:cNvSpPr>
            <a:spLocks noGrp="1"/>
          </p:cNvSpPr>
          <p:nvPr>
            <p:ph type="sldNum" sz="quarter" idx="12"/>
          </p:nvPr>
        </p:nvSpPr>
        <p:spPr/>
        <p:txBody>
          <a:bodyPr/>
          <a:lstStyle/>
          <a:p>
            <a:fld id="{B46DDC54-1274-46EC-ACA6-7EEA034933A3}" type="slidenum">
              <a:rPr lang="en-US" smtClean="0"/>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endParaRPr lang="en-US"/>
          </a:p>
        </p:txBody>
      </p:sp>
      <p:sp>
        <p:nvSpPr>
          <p:cNvPr id="3" name="Espaço Reservado para Conteúdo 2"/>
          <p:cNvSpPr>
            <a:spLocks noGrp="1"/>
          </p:cNvSpPr>
          <p:nvPr>
            <p:ph sz="half" idx="1" hasCustomPrompt="1"/>
          </p:nvPr>
        </p:nvSpPr>
        <p:spPr>
          <a:xfrm>
            <a:off x="342900" y="2133600"/>
            <a:ext cx="3009900" cy="60340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 texto mestre</a:t>
            </a:r>
            <a:endParaRPr lang="pt-BR"/>
          </a:p>
          <a:p>
            <a:pPr lvl="1"/>
            <a:r>
              <a:rPr lang="pt-BR"/>
              <a:t>Segundo nível</a:t>
            </a:r>
            <a:endParaRPr lang="pt-BR"/>
          </a:p>
          <a:p>
            <a:pPr lvl="2"/>
            <a:r>
              <a:rPr lang="pt-BR"/>
              <a:t>Terceiro nível</a:t>
            </a:r>
            <a:endParaRPr lang="pt-BR"/>
          </a:p>
          <a:p>
            <a:pPr lvl="3"/>
            <a:r>
              <a:rPr lang="pt-BR"/>
              <a:t>Quarto nível</a:t>
            </a:r>
            <a:endParaRPr lang="pt-BR"/>
          </a:p>
          <a:p>
            <a:pPr lvl="4"/>
            <a:r>
              <a:rPr lang="pt-BR"/>
              <a:t>Quinto nível</a:t>
            </a:r>
            <a:endParaRPr lang="en-US"/>
          </a:p>
        </p:txBody>
      </p:sp>
      <p:sp>
        <p:nvSpPr>
          <p:cNvPr id="4" name="Espaço Reservado para Conteúdo 3"/>
          <p:cNvSpPr>
            <a:spLocks noGrp="1"/>
          </p:cNvSpPr>
          <p:nvPr>
            <p:ph sz="half" idx="2" hasCustomPrompt="1"/>
          </p:nvPr>
        </p:nvSpPr>
        <p:spPr>
          <a:xfrm>
            <a:off x="3505200" y="2133600"/>
            <a:ext cx="3009900" cy="60340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 texto mestre</a:t>
            </a:r>
            <a:endParaRPr lang="pt-BR"/>
          </a:p>
          <a:p>
            <a:pPr lvl="1"/>
            <a:r>
              <a:rPr lang="pt-BR"/>
              <a:t>Segundo nível</a:t>
            </a:r>
            <a:endParaRPr lang="pt-BR"/>
          </a:p>
          <a:p>
            <a:pPr lvl="2"/>
            <a:r>
              <a:rPr lang="pt-BR"/>
              <a:t>Terceiro nível</a:t>
            </a:r>
            <a:endParaRPr lang="pt-BR"/>
          </a:p>
          <a:p>
            <a:pPr lvl="3"/>
            <a:r>
              <a:rPr lang="pt-BR"/>
              <a:t>Quarto nível</a:t>
            </a:r>
            <a:endParaRPr lang="pt-BR"/>
          </a:p>
          <a:p>
            <a:pPr lvl="4"/>
            <a:r>
              <a:rPr lang="pt-BR"/>
              <a:t>Quinto nível</a:t>
            </a:r>
            <a:endParaRPr lang="en-US"/>
          </a:p>
        </p:txBody>
      </p:sp>
      <p:sp>
        <p:nvSpPr>
          <p:cNvPr id="5" name="Espaço Reservado para Data 4"/>
          <p:cNvSpPr>
            <a:spLocks noGrp="1"/>
          </p:cNvSpPr>
          <p:nvPr>
            <p:ph type="dt" sz="half" idx="10"/>
          </p:nvPr>
        </p:nvSpPr>
        <p:spPr/>
        <p:txBody>
          <a:bodyPr/>
          <a:lstStyle/>
          <a:p>
            <a:fld id="{254D26A4-2BCA-47CE-8249-4856479AAA98}" type="datetimeFigureOut">
              <a:rPr lang="en-US" smtClean="0"/>
            </a:fld>
            <a:endParaRPr lang="en-US"/>
          </a:p>
        </p:txBody>
      </p:sp>
      <p:sp>
        <p:nvSpPr>
          <p:cNvPr id="6" name="Espaço Reservado para Rodapé 5"/>
          <p:cNvSpPr>
            <a:spLocks noGrp="1"/>
          </p:cNvSpPr>
          <p:nvPr>
            <p:ph type="ftr" sz="quarter" idx="11"/>
          </p:nvPr>
        </p:nvSpPr>
        <p:spPr/>
        <p:txBody>
          <a:bodyPr/>
          <a:lstStyle/>
          <a:p>
            <a:endParaRPr lang="en-US"/>
          </a:p>
        </p:txBody>
      </p:sp>
      <p:sp>
        <p:nvSpPr>
          <p:cNvPr id="7" name="Espaço Reservado para Número de Slide 6"/>
          <p:cNvSpPr>
            <a:spLocks noGrp="1"/>
          </p:cNvSpPr>
          <p:nvPr>
            <p:ph type="sldNum" sz="quarter" idx="12"/>
          </p:nvPr>
        </p:nvSpPr>
        <p:spPr/>
        <p:txBody>
          <a:bodyPr/>
          <a:lstStyle/>
          <a:p>
            <a:fld id="{B46DDC54-1274-46EC-ACA6-7EEA034933A3}" type="slidenum">
              <a:rPr lang="en-US" smtClean="0"/>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pt-BR"/>
              <a:t>Clique para editar o título mestre</a:t>
            </a:r>
            <a:endParaRPr lang="en-US"/>
          </a:p>
        </p:txBody>
      </p:sp>
      <p:sp>
        <p:nvSpPr>
          <p:cNvPr id="3" name="Espaço Reservado para Texto 2"/>
          <p:cNvSpPr>
            <a:spLocks noGrp="1"/>
          </p:cNvSpPr>
          <p:nvPr>
            <p:ph type="body" idx="1" hasCustomPrompt="1"/>
          </p:nvPr>
        </p:nvSpPr>
        <p:spPr>
          <a:xfrm>
            <a:off x="342900" y="2046288"/>
            <a:ext cx="3030538" cy="854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endParaRPr lang="pt-BR"/>
          </a:p>
        </p:txBody>
      </p:sp>
      <p:sp>
        <p:nvSpPr>
          <p:cNvPr id="4" name="Espaço Reservado para Conteúdo 3"/>
          <p:cNvSpPr>
            <a:spLocks noGrp="1"/>
          </p:cNvSpPr>
          <p:nvPr>
            <p:ph sz="half" idx="2" hasCustomPrompt="1"/>
          </p:nvPr>
        </p:nvSpPr>
        <p:spPr>
          <a:xfrm>
            <a:off x="342900" y="2900363"/>
            <a:ext cx="3030538" cy="52673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 texto mestre</a:t>
            </a:r>
            <a:endParaRPr lang="pt-BR"/>
          </a:p>
          <a:p>
            <a:pPr lvl="1"/>
            <a:r>
              <a:rPr lang="pt-BR"/>
              <a:t>Segundo nível</a:t>
            </a:r>
            <a:endParaRPr lang="pt-BR"/>
          </a:p>
          <a:p>
            <a:pPr lvl="2"/>
            <a:r>
              <a:rPr lang="pt-BR"/>
              <a:t>Terceiro nível</a:t>
            </a:r>
            <a:endParaRPr lang="pt-BR"/>
          </a:p>
          <a:p>
            <a:pPr lvl="3"/>
            <a:r>
              <a:rPr lang="pt-BR"/>
              <a:t>Quarto nível</a:t>
            </a:r>
            <a:endParaRPr lang="pt-BR"/>
          </a:p>
          <a:p>
            <a:pPr lvl="4"/>
            <a:r>
              <a:rPr lang="pt-BR"/>
              <a:t>Quinto nível</a:t>
            </a:r>
            <a:endParaRPr lang="en-US"/>
          </a:p>
        </p:txBody>
      </p:sp>
      <p:sp>
        <p:nvSpPr>
          <p:cNvPr id="5" name="Espaço Reservado para Texto 4"/>
          <p:cNvSpPr>
            <a:spLocks noGrp="1"/>
          </p:cNvSpPr>
          <p:nvPr>
            <p:ph type="body" sz="quarter" idx="3" hasCustomPrompt="1"/>
          </p:nvPr>
        </p:nvSpPr>
        <p:spPr>
          <a:xfrm>
            <a:off x="3484563" y="2046288"/>
            <a:ext cx="3030537" cy="854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endParaRPr lang="pt-BR"/>
          </a:p>
        </p:txBody>
      </p:sp>
      <p:sp>
        <p:nvSpPr>
          <p:cNvPr id="6" name="Espaço Reservado para Conteúdo 5"/>
          <p:cNvSpPr>
            <a:spLocks noGrp="1"/>
          </p:cNvSpPr>
          <p:nvPr>
            <p:ph sz="quarter" idx="4" hasCustomPrompt="1"/>
          </p:nvPr>
        </p:nvSpPr>
        <p:spPr>
          <a:xfrm>
            <a:off x="3484563" y="2900363"/>
            <a:ext cx="3030537" cy="52673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 texto mestre</a:t>
            </a:r>
            <a:endParaRPr lang="pt-BR"/>
          </a:p>
          <a:p>
            <a:pPr lvl="1"/>
            <a:r>
              <a:rPr lang="pt-BR"/>
              <a:t>Segundo nível</a:t>
            </a:r>
            <a:endParaRPr lang="pt-BR"/>
          </a:p>
          <a:p>
            <a:pPr lvl="2"/>
            <a:r>
              <a:rPr lang="pt-BR"/>
              <a:t>Terceiro nível</a:t>
            </a:r>
            <a:endParaRPr lang="pt-BR"/>
          </a:p>
          <a:p>
            <a:pPr lvl="3"/>
            <a:r>
              <a:rPr lang="pt-BR"/>
              <a:t>Quarto nível</a:t>
            </a:r>
            <a:endParaRPr lang="pt-BR"/>
          </a:p>
          <a:p>
            <a:pPr lvl="4"/>
            <a:r>
              <a:rPr lang="pt-BR"/>
              <a:t>Quinto nível</a:t>
            </a:r>
            <a:endParaRPr lang="en-US"/>
          </a:p>
        </p:txBody>
      </p:sp>
      <p:sp>
        <p:nvSpPr>
          <p:cNvPr id="7" name="Espaço Reservado para Data 6"/>
          <p:cNvSpPr>
            <a:spLocks noGrp="1"/>
          </p:cNvSpPr>
          <p:nvPr>
            <p:ph type="dt" sz="half" idx="10"/>
          </p:nvPr>
        </p:nvSpPr>
        <p:spPr/>
        <p:txBody>
          <a:bodyPr/>
          <a:lstStyle/>
          <a:p>
            <a:fld id="{254D26A4-2BCA-47CE-8249-4856479AAA98}" type="datetimeFigureOut">
              <a:rPr lang="en-US" smtClean="0"/>
            </a:fld>
            <a:endParaRPr lang="en-US"/>
          </a:p>
        </p:txBody>
      </p:sp>
      <p:sp>
        <p:nvSpPr>
          <p:cNvPr id="8" name="Espaço Reservado para Rodapé 7"/>
          <p:cNvSpPr>
            <a:spLocks noGrp="1"/>
          </p:cNvSpPr>
          <p:nvPr>
            <p:ph type="ftr" sz="quarter" idx="11"/>
          </p:nvPr>
        </p:nvSpPr>
        <p:spPr/>
        <p:txBody>
          <a:bodyPr/>
          <a:lstStyle/>
          <a:p>
            <a:endParaRPr lang="en-US"/>
          </a:p>
        </p:txBody>
      </p:sp>
      <p:sp>
        <p:nvSpPr>
          <p:cNvPr id="9" name="Espaço Reservado para Número de Slide 8"/>
          <p:cNvSpPr>
            <a:spLocks noGrp="1"/>
          </p:cNvSpPr>
          <p:nvPr>
            <p:ph type="sldNum" sz="quarter" idx="12"/>
          </p:nvPr>
        </p:nvSpPr>
        <p:spPr/>
        <p:txBody>
          <a:bodyPr/>
          <a:lstStyle/>
          <a:p>
            <a:fld id="{B46DDC54-1274-46EC-ACA6-7EEA034933A3}" type="slidenum">
              <a:rPr lang="en-US" smtClean="0"/>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endParaRPr lang="en-US"/>
          </a:p>
        </p:txBody>
      </p:sp>
      <p:sp>
        <p:nvSpPr>
          <p:cNvPr id="3" name="Espaço Reservado para Data 2"/>
          <p:cNvSpPr>
            <a:spLocks noGrp="1"/>
          </p:cNvSpPr>
          <p:nvPr>
            <p:ph type="dt" sz="half" idx="10"/>
          </p:nvPr>
        </p:nvSpPr>
        <p:spPr/>
        <p:txBody>
          <a:bodyPr/>
          <a:lstStyle/>
          <a:p>
            <a:fld id="{254D26A4-2BCA-47CE-8249-4856479AAA98}" type="datetimeFigureOut">
              <a:rPr lang="en-US" smtClean="0"/>
            </a:fld>
            <a:endParaRPr lang="en-US"/>
          </a:p>
        </p:txBody>
      </p:sp>
      <p:sp>
        <p:nvSpPr>
          <p:cNvPr id="4" name="Espaço Reservado para Rodapé 3"/>
          <p:cNvSpPr>
            <a:spLocks noGrp="1"/>
          </p:cNvSpPr>
          <p:nvPr>
            <p:ph type="ftr" sz="quarter" idx="11"/>
          </p:nvPr>
        </p:nvSpPr>
        <p:spPr/>
        <p:txBody>
          <a:bodyPr/>
          <a:lstStyle/>
          <a:p>
            <a:endParaRPr lang="en-US"/>
          </a:p>
        </p:txBody>
      </p:sp>
      <p:sp>
        <p:nvSpPr>
          <p:cNvPr id="5" name="Espaço Reservado para Número de Slide 4"/>
          <p:cNvSpPr>
            <a:spLocks noGrp="1"/>
          </p:cNvSpPr>
          <p:nvPr>
            <p:ph type="sldNum" sz="quarter" idx="12"/>
          </p:nvPr>
        </p:nvSpPr>
        <p:spPr/>
        <p:txBody>
          <a:bodyPr/>
          <a:lstStyle/>
          <a:p>
            <a:fld id="{B46DDC54-1274-46EC-ACA6-7EEA034933A3}" type="slidenum">
              <a:rPr lang="en-US" smtClean="0"/>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254D26A4-2BCA-47CE-8249-4856479AAA98}" type="datetimeFigureOut">
              <a:rPr lang="en-US" smtClean="0"/>
            </a:fld>
            <a:endParaRPr lang="en-US"/>
          </a:p>
        </p:txBody>
      </p:sp>
      <p:sp>
        <p:nvSpPr>
          <p:cNvPr id="3" name="Espaço Reservado para Rodapé 2"/>
          <p:cNvSpPr>
            <a:spLocks noGrp="1"/>
          </p:cNvSpPr>
          <p:nvPr>
            <p:ph type="ftr" sz="quarter" idx="11"/>
          </p:nvPr>
        </p:nvSpPr>
        <p:spPr/>
        <p:txBody>
          <a:bodyPr/>
          <a:lstStyle/>
          <a:p>
            <a:endParaRPr lang="en-US"/>
          </a:p>
        </p:txBody>
      </p:sp>
      <p:sp>
        <p:nvSpPr>
          <p:cNvPr id="4" name="Espaço Reservado para Número de Slide 3"/>
          <p:cNvSpPr>
            <a:spLocks noGrp="1"/>
          </p:cNvSpPr>
          <p:nvPr>
            <p:ph type="sldNum" sz="quarter" idx="12"/>
          </p:nvPr>
        </p:nvSpPr>
        <p:spPr/>
        <p:txBody>
          <a:bodyPr/>
          <a:lstStyle/>
          <a:p>
            <a:fld id="{B46DDC54-1274-46EC-ACA6-7EEA034933A3}" type="slidenum">
              <a:rPr lang="en-US" smtClean="0"/>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342900" y="363538"/>
            <a:ext cx="2255838" cy="1549400"/>
          </a:xfrm>
        </p:spPr>
        <p:txBody>
          <a:bodyPr anchor="b"/>
          <a:lstStyle>
            <a:lvl1pPr algn="l">
              <a:defRPr sz="2000" b="1"/>
            </a:lvl1pPr>
          </a:lstStyle>
          <a:p>
            <a:r>
              <a:rPr lang="pt-BR"/>
              <a:t>Clique para editar o título mestre</a:t>
            </a:r>
            <a:endParaRPr lang="en-US"/>
          </a:p>
        </p:txBody>
      </p:sp>
      <p:sp>
        <p:nvSpPr>
          <p:cNvPr id="3" name="Espaço Reservado para Conteúdo 2"/>
          <p:cNvSpPr>
            <a:spLocks noGrp="1"/>
          </p:cNvSpPr>
          <p:nvPr>
            <p:ph idx="1" hasCustomPrompt="1"/>
          </p:nvPr>
        </p:nvSpPr>
        <p:spPr>
          <a:xfrm>
            <a:off x="2681288" y="363538"/>
            <a:ext cx="3833812" cy="78041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 texto mestre</a:t>
            </a:r>
            <a:endParaRPr lang="pt-BR"/>
          </a:p>
          <a:p>
            <a:pPr lvl="1"/>
            <a:r>
              <a:rPr lang="pt-BR"/>
              <a:t>Segundo nível</a:t>
            </a:r>
            <a:endParaRPr lang="pt-BR"/>
          </a:p>
          <a:p>
            <a:pPr lvl="2"/>
            <a:r>
              <a:rPr lang="pt-BR"/>
              <a:t>Terceiro nível</a:t>
            </a:r>
            <a:endParaRPr lang="pt-BR"/>
          </a:p>
          <a:p>
            <a:pPr lvl="3"/>
            <a:r>
              <a:rPr lang="pt-BR"/>
              <a:t>Quarto nível</a:t>
            </a:r>
            <a:endParaRPr lang="pt-BR"/>
          </a:p>
          <a:p>
            <a:pPr lvl="4"/>
            <a:r>
              <a:rPr lang="pt-BR"/>
              <a:t>Quinto nível</a:t>
            </a:r>
            <a:endParaRPr lang="en-US"/>
          </a:p>
        </p:txBody>
      </p:sp>
      <p:sp>
        <p:nvSpPr>
          <p:cNvPr id="4" name="Espaço Reservado para Texto 3"/>
          <p:cNvSpPr>
            <a:spLocks noGrp="1"/>
          </p:cNvSpPr>
          <p:nvPr>
            <p:ph type="body" sz="half" idx="2" hasCustomPrompt="1"/>
          </p:nvPr>
        </p:nvSpPr>
        <p:spPr>
          <a:xfrm>
            <a:off x="342900" y="1912938"/>
            <a:ext cx="2255838" cy="62547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 texto mestre</a:t>
            </a:r>
            <a:endParaRPr lang="pt-BR"/>
          </a:p>
        </p:txBody>
      </p:sp>
      <p:sp>
        <p:nvSpPr>
          <p:cNvPr id="5" name="Espaço Reservado para Data 4"/>
          <p:cNvSpPr>
            <a:spLocks noGrp="1"/>
          </p:cNvSpPr>
          <p:nvPr>
            <p:ph type="dt" sz="half" idx="10"/>
          </p:nvPr>
        </p:nvSpPr>
        <p:spPr/>
        <p:txBody>
          <a:bodyPr/>
          <a:lstStyle/>
          <a:p>
            <a:fld id="{254D26A4-2BCA-47CE-8249-4856479AAA98}" type="datetimeFigureOut">
              <a:rPr lang="en-US" smtClean="0"/>
            </a:fld>
            <a:endParaRPr lang="en-US"/>
          </a:p>
        </p:txBody>
      </p:sp>
      <p:sp>
        <p:nvSpPr>
          <p:cNvPr id="6" name="Espaço Reservado para Rodapé 5"/>
          <p:cNvSpPr>
            <a:spLocks noGrp="1"/>
          </p:cNvSpPr>
          <p:nvPr>
            <p:ph type="ftr" sz="quarter" idx="11"/>
          </p:nvPr>
        </p:nvSpPr>
        <p:spPr/>
        <p:txBody>
          <a:bodyPr/>
          <a:lstStyle/>
          <a:p>
            <a:endParaRPr lang="en-US"/>
          </a:p>
        </p:txBody>
      </p:sp>
      <p:sp>
        <p:nvSpPr>
          <p:cNvPr id="7" name="Espaço Reservado para Número de Slide 6"/>
          <p:cNvSpPr>
            <a:spLocks noGrp="1"/>
          </p:cNvSpPr>
          <p:nvPr>
            <p:ph type="sldNum" sz="quarter" idx="12"/>
          </p:nvPr>
        </p:nvSpPr>
        <p:spPr/>
        <p:txBody>
          <a:bodyPr/>
          <a:lstStyle/>
          <a:p>
            <a:fld id="{B46DDC54-1274-46EC-ACA6-7EEA034933A3}" type="slidenum">
              <a:rPr lang="en-US" smtClean="0"/>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1344613" y="6400800"/>
            <a:ext cx="4114800" cy="755650"/>
          </a:xfrm>
        </p:spPr>
        <p:txBody>
          <a:bodyPr anchor="b"/>
          <a:lstStyle>
            <a:lvl1pPr algn="l">
              <a:defRPr sz="2000" b="1"/>
            </a:lvl1pPr>
          </a:lstStyle>
          <a:p>
            <a:r>
              <a:rPr lang="pt-BR"/>
              <a:t>Clique para editar o título mestre</a:t>
            </a:r>
            <a:endParaRPr lang="en-US"/>
          </a:p>
        </p:txBody>
      </p:sp>
      <p:sp>
        <p:nvSpPr>
          <p:cNvPr id="3" name="Espaço Reservado para Imagem 2"/>
          <p:cNvSpPr>
            <a:spLocks noGrp="1"/>
          </p:cNvSpPr>
          <p:nvPr>
            <p:ph type="pic" idx="1"/>
          </p:nvPr>
        </p:nvSpPr>
        <p:spPr>
          <a:xfrm>
            <a:off x="1344613" y="817563"/>
            <a:ext cx="41148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Espaço Reservado para Texto 3"/>
          <p:cNvSpPr>
            <a:spLocks noGrp="1"/>
          </p:cNvSpPr>
          <p:nvPr>
            <p:ph type="body" sz="half" idx="2" hasCustomPrompt="1"/>
          </p:nvPr>
        </p:nvSpPr>
        <p:spPr>
          <a:xfrm>
            <a:off x="1344613" y="7156450"/>
            <a:ext cx="4114800" cy="10731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 texto mestre</a:t>
            </a:r>
            <a:endParaRPr lang="pt-BR"/>
          </a:p>
        </p:txBody>
      </p:sp>
      <p:sp>
        <p:nvSpPr>
          <p:cNvPr id="5" name="Espaço Reservado para Data 4"/>
          <p:cNvSpPr>
            <a:spLocks noGrp="1"/>
          </p:cNvSpPr>
          <p:nvPr>
            <p:ph type="dt" sz="half" idx="10"/>
          </p:nvPr>
        </p:nvSpPr>
        <p:spPr/>
        <p:txBody>
          <a:bodyPr/>
          <a:lstStyle/>
          <a:p>
            <a:fld id="{254D26A4-2BCA-47CE-8249-4856479AAA98}" type="datetimeFigureOut">
              <a:rPr lang="en-US" smtClean="0"/>
            </a:fld>
            <a:endParaRPr lang="en-US"/>
          </a:p>
        </p:txBody>
      </p:sp>
      <p:sp>
        <p:nvSpPr>
          <p:cNvPr id="6" name="Espaço Reservado para Rodapé 5"/>
          <p:cNvSpPr>
            <a:spLocks noGrp="1"/>
          </p:cNvSpPr>
          <p:nvPr>
            <p:ph type="ftr" sz="quarter" idx="11"/>
          </p:nvPr>
        </p:nvSpPr>
        <p:spPr/>
        <p:txBody>
          <a:bodyPr/>
          <a:lstStyle/>
          <a:p>
            <a:endParaRPr lang="en-US"/>
          </a:p>
        </p:txBody>
      </p:sp>
      <p:sp>
        <p:nvSpPr>
          <p:cNvPr id="7" name="Espaço Reservado para Número de Slide 6"/>
          <p:cNvSpPr>
            <a:spLocks noGrp="1"/>
          </p:cNvSpPr>
          <p:nvPr>
            <p:ph type="sldNum" sz="quarter" idx="12"/>
          </p:nvPr>
        </p:nvSpPr>
        <p:spPr/>
        <p:txBody>
          <a:bodyPr/>
          <a:lstStyle/>
          <a:p>
            <a:fld id="{B46DDC54-1274-46EC-ACA6-7EEA034933A3}" type="slidenum">
              <a:rPr lang="en-US" smtClean="0"/>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endParaRPr lang="en-US"/>
          </a:p>
        </p:txBody>
      </p:sp>
      <p:sp>
        <p:nvSpPr>
          <p:cNvPr id="3" name="Espaço Reservado para Texto Vertical 2"/>
          <p:cNvSpPr>
            <a:spLocks noGrp="1"/>
          </p:cNvSpPr>
          <p:nvPr>
            <p:ph type="body" orient="vert" idx="1" hasCustomPrompt="1"/>
          </p:nvPr>
        </p:nvSpPr>
        <p:spPr/>
        <p:txBody>
          <a:bodyPr vert="eaVert"/>
          <a:lstStyle/>
          <a:p>
            <a:pPr lvl="0"/>
            <a:r>
              <a:rPr lang="pt-BR"/>
              <a:t>Clique para editar o texto mestre</a:t>
            </a:r>
            <a:endParaRPr lang="pt-BR"/>
          </a:p>
          <a:p>
            <a:pPr lvl="1"/>
            <a:r>
              <a:rPr lang="pt-BR"/>
              <a:t>Segundo nível</a:t>
            </a:r>
            <a:endParaRPr lang="pt-BR"/>
          </a:p>
          <a:p>
            <a:pPr lvl="2"/>
            <a:r>
              <a:rPr lang="pt-BR"/>
              <a:t>Terceiro nível</a:t>
            </a:r>
            <a:endParaRPr lang="pt-BR"/>
          </a:p>
          <a:p>
            <a:pPr lvl="3"/>
            <a:r>
              <a:rPr lang="pt-BR"/>
              <a:t>Quarto nível</a:t>
            </a:r>
            <a:endParaRPr lang="pt-BR"/>
          </a:p>
          <a:p>
            <a:pPr lvl="4"/>
            <a:r>
              <a:rPr lang="pt-BR"/>
              <a:t>Quinto nível</a:t>
            </a:r>
            <a:endParaRPr lang="en-US"/>
          </a:p>
        </p:txBody>
      </p:sp>
      <p:sp>
        <p:nvSpPr>
          <p:cNvPr id="4" name="Espaço Reservado para Data 3"/>
          <p:cNvSpPr>
            <a:spLocks noGrp="1"/>
          </p:cNvSpPr>
          <p:nvPr>
            <p:ph type="dt" sz="half" idx="10"/>
          </p:nvPr>
        </p:nvSpPr>
        <p:spPr/>
        <p:txBody>
          <a:bodyPr/>
          <a:lstStyle/>
          <a:p>
            <a:fld id="{254D26A4-2BCA-47CE-8249-4856479AAA98}" type="datetimeFigureOut">
              <a:rPr lang="en-US" smtClean="0"/>
            </a:fld>
            <a:endParaRPr lang="en-US"/>
          </a:p>
        </p:txBody>
      </p:sp>
      <p:sp>
        <p:nvSpPr>
          <p:cNvPr id="5" name="Espaço Reservado para Rodapé 4"/>
          <p:cNvSpPr>
            <a:spLocks noGrp="1"/>
          </p:cNvSpPr>
          <p:nvPr>
            <p:ph type="ftr" sz="quarter" idx="11"/>
          </p:nvPr>
        </p:nvSpPr>
        <p:spPr/>
        <p:txBody>
          <a:bodyPr/>
          <a:lstStyle/>
          <a:p>
            <a:endParaRPr lang="en-US"/>
          </a:p>
        </p:txBody>
      </p:sp>
      <p:sp>
        <p:nvSpPr>
          <p:cNvPr id="6" name="Espaço Reservado para Número de Slide 5"/>
          <p:cNvSpPr>
            <a:spLocks noGrp="1"/>
          </p:cNvSpPr>
          <p:nvPr>
            <p:ph type="sldNum" sz="quarter" idx="12"/>
          </p:nvPr>
        </p:nvSpPr>
        <p:spPr/>
        <p:txBody>
          <a:bodyPr/>
          <a:lstStyle/>
          <a:p>
            <a:fld id="{B46DDC54-1274-46EC-ACA6-7EEA034933A3}" type="slidenum">
              <a:rPr lang="en-US" smtClean="0"/>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4972050" y="366713"/>
            <a:ext cx="1543050" cy="7800975"/>
          </a:xfrm>
        </p:spPr>
        <p:txBody>
          <a:bodyPr vert="eaVert"/>
          <a:lstStyle/>
          <a:p>
            <a:r>
              <a:rPr lang="pt-BR"/>
              <a:t>Clique para editar o título mestre</a:t>
            </a:r>
            <a:endParaRPr lang="en-US"/>
          </a:p>
        </p:txBody>
      </p:sp>
      <p:sp>
        <p:nvSpPr>
          <p:cNvPr id="3" name="Espaço Reservado para Texto Vertical 2"/>
          <p:cNvSpPr>
            <a:spLocks noGrp="1"/>
          </p:cNvSpPr>
          <p:nvPr>
            <p:ph type="body" orient="vert" idx="1" hasCustomPrompt="1"/>
          </p:nvPr>
        </p:nvSpPr>
        <p:spPr>
          <a:xfrm>
            <a:off x="342900" y="366713"/>
            <a:ext cx="4476750" cy="7800975"/>
          </a:xfrm>
        </p:spPr>
        <p:txBody>
          <a:bodyPr vert="eaVert"/>
          <a:lstStyle/>
          <a:p>
            <a:pPr lvl="0"/>
            <a:r>
              <a:rPr lang="pt-BR"/>
              <a:t>Clique para editar o texto mestre</a:t>
            </a:r>
            <a:endParaRPr lang="pt-BR"/>
          </a:p>
          <a:p>
            <a:pPr lvl="1"/>
            <a:r>
              <a:rPr lang="pt-BR"/>
              <a:t>Segundo nível</a:t>
            </a:r>
            <a:endParaRPr lang="pt-BR"/>
          </a:p>
          <a:p>
            <a:pPr lvl="2"/>
            <a:r>
              <a:rPr lang="pt-BR"/>
              <a:t>Terceiro nível</a:t>
            </a:r>
            <a:endParaRPr lang="pt-BR"/>
          </a:p>
          <a:p>
            <a:pPr lvl="3"/>
            <a:r>
              <a:rPr lang="pt-BR"/>
              <a:t>Quarto nível</a:t>
            </a:r>
            <a:endParaRPr lang="pt-BR"/>
          </a:p>
          <a:p>
            <a:pPr lvl="4"/>
            <a:r>
              <a:rPr lang="pt-BR"/>
              <a:t>Quinto nível</a:t>
            </a:r>
            <a:endParaRPr lang="en-US"/>
          </a:p>
        </p:txBody>
      </p:sp>
      <p:sp>
        <p:nvSpPr>
          <p:cNvPr id="4" name="Espaço Reservado para Data 3"/>
          <p:cNvSpPr>
            <a:spLocks noGrp="1"/>
          </p:cNvSpPr>
          <p:nvPr>
            <p:ph type="dt" sz="half" idx="10"/>
          </p:nvPr>
        </p:nvSpPr>
        <p:spPr/>
        <p:txBody>
          <a:bodyPr/>
          <a:lstStyle/>
          <a:p>
            <a:fld id="{254D26A4-2BCA-47CE-8249-4856479AAA98}" type="datetimeFigureOut">
              <a:rPr lang="en-US" smtClean="0"/>
            </a:fld>
            <a:endParaRPr lang="en-US"/>
          </a:p>
        </p:txBody>
      </p:sp>
      <p:sp>
        <p:nvSpPr>
          <p:cNvPr id="5" name="Espaço Reservado para Rodapé 4"/>
          <p:cNvSpPr>
            <a:spLocks noGrp="1"/>
          </p:cNvSpPr>
          <p:nvPr>
            <p:ph type="ftr" sz="quarter" idx="11"/>
          </p:nvPr>
        </p:nvSpPr>
        <p:spPr/>
        <p:txBody>
          <a:bodyPr/>
          <a:lstStyle/>
          <a:p>
            <a:endParaRPr lang="en-US"/>
          </a:p>
        </p:txBody>
      </p:sp>
      <p:sp>
        <p:nvSpPr>
          <p:cNvPr id="6" name="Espaço Reservado para Número de Slide 5"/>
          <p:cNvSpPr>
            <a:spLocks noGrp="1"/>
          </p:cNvSpPr>
          <p:nvPr>
            <p:ph type="sldNum" sz="quarter" idx="12"/>
          </p:nvPr>
        </p:nvSpPr>
        <p:spPr/>
        <p:txBody>
          <a:bodyPr/>
          <a:lstStyle/>
          <a:p>
            <a:fld id="{B46DDC54-1274-46EC-ACA6-7EEA034933A3}"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1.png"/><Relationship Id="rId12" Type="http://schemas.openxmlformats.org/officeDocument/2006/relationships/image" Target="../media/image20.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Espaço Reservado para Texto 2"/>
          <p:cNvSpPr>
            <a:spLocks noGrp="1"/>
          </p:cNvSpPr>
          <p:nvPr>
            <p:ph type="body" idx="1"/>
          </p:nvPr>
        </p:nvSpPr>
        <p:spPr>
          <a:xfrm>
            <a:off x="342900" y="2133601"/>
            <a:ext cx="6172200" cy="6034617"/>
          </a:xfrm>
          <a:prstGeom prst="rect">
            <a:avLst/>
          </a:prstGeom>
        </p:spPr>
        <p:txBody>
          <a:bodyPr vert="horz" lIns="91440" tIns="45720" rIns="91440" bIns="45720" rtlCol="0">
            <a:normAutofit/>
          </a:bodyPr>
          <a:lstStyle/>
          <a:p>
            <a:pPr lvl="0"/>
            <a:r>
              <a:rPr lang="pt-BR"/>
              <a:t>Clique para editar o texto mestre</a:t>
            </a:r>
            <a:endParaRPr lang="pt-BR"/>
          </a:p>
          <a:p>
            <a:pPr lvl="1"/>
            <a:r>
              <a:rPr lang="pt-BR"/>
              <a:t>Segundo nível</a:t>
            </a:r>
            <a:endParaRPr lang="pt-BR"/>
          </a:p>
          <a:p>
            <a:pPr lvl="2"/>
            <a:r>
              <a:rPr lang="pt-BR"/>
              <a:t>Terceiro nível</a:t>
            </a:r>
            <a:endParaRPr lang="pt-BR"/>
          </a:p>
          <a:p>
            <a:pPr lvl="3"/>
            <a:r>
              <a:rPr lang="pt-BR"/>
              <a:t>Quarto nível</a:t>
            </a:r>
            <a:endParaRPr lang="pt-BR"/>
          </a:p>
          <a:p>
            <a:pPr lvl="4"/>
            <a:r>
              <a:rPr lang="pt-BR"/>
              <a:t>Quinto nível</a:t>
            </a:r>
            <a:endParaRPr lang="en-US"/>
          </a:p>
        </p:txBody>
      </p:sp>
      <p:pic>
        <p:nvPicPr>
          <p:cNvPr id="7" name="Imagem 6"/>
          <p:cNvPicPr/>
          <p:nvPr userDrawn="1"/>
        </p:nvPicPr>
        <p:blipFill>
          <a:blip r:embed="rId12" cstate="print">
            <a:extLst>
              <a:ext uri="{28A0092B-C50C-407E-A947-70E740481C1C}">
                <a14:useLocalDpi xmlns:a14="http://schemas.microsoft.com/office/drawing/2010/main" val="0"/>
              </a:ext>
            </a:extLst>
          </a:blip>
          <a:stretch>
            <a:fillRect/>
          </a:stretch>
        </p:blipFill>
        <p:spPr>
          <a:xfrm>
            <a:off x="0" y="0"/>
            <a:ext cx="2590800" cy="593090"/>
          </a:xfrm>
          <a:prstGeom prst="rect">
            <a:avLst/>
          </a:prstGeom>
        </p:spPr>
      </p:pic>
      <p:sp>
        <p:nvSpPr>
          <p:cNvPr id="8" name="Retângulo de cantos arredondados 7"/>
          <p:cNvSpPr/>
          <p:nvPr userDrawn="1"/>
        </p:nvSpPr>
        <p:spPr>
          <a:xfrm>
            <a:off x="4457700" y="10795"/>
            <a:ext cx="2400300" cy="285750"/>
          </a:xfrm>
          <a:prstGeom prst="roundRect">
            <a:avLst/>
          </a:prstGeom>
          <a:solidFill>
            <a:schemeClr val="accent5">
              <a:lumMod val="50000"/>
            </a:schemeClr>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lnSpc>
                <a:spcPct val="115000"/>
              </a:lnSpc>
              <a:spcAft>
                <a:spcPts val="1000"/>
              </a:spcAft>
            </a:pPr>
            <a:r>
              <a:rPr lang="pt-BR" sz="1100" dirty="0">
                <a:effectLst/>
                <a:ea typeface="Calibri" panose="020F0502020204030204"/>
                <a:cs typeface="Times New Roman" panose="02020603050405020304"/>
              </a:rPr>
              <a:t>RELATÓRIO</a:t>
            </a:r>
            <a:r>
              <a:rPr lang="pt-BR" sz="1100" baseline="0" dirty="0">
                <a:effectLst/>
                <a:ea typeface="Calibri" panose="020F0502020204030204"/>
                <a:cs typeface="Times New Roman" panose="02020603050405020304"/>
              </a:rPr>
              <a:t> TÉCNICO – LCAC E RAC</a:t>
            </a:r>
            <a:endParaRPr lang="en-US" sz="1100" dirty="0">
              <a:effectLst/>
              <a:ea typeface="Calibri" panose="020F0502020204030204"/>
              <a:cs typeface="Times New Roman" panose="02020603050405020304"/>
            </a:endParaRPr>
          </a:p>
        </p:txBody>
      </p:sp>
      <p:sp>
        <p:nvSpPr>
          <p:cNvPr id="9" name="Retângulo de cantos arredondados 8"/>
          <p:cNvSpPr/>
          <p:nvPr userDrawn="1"/>
        </p:nvSpPr>
        <p:spPr>
          <a:xfrm>
            <a:off x="4457700" y="382270"/>
            <a:ext cx="2400300" cy="285750"/>
          </a:xfrm>
          <a:prstGeom prst="roundRect">
            <a:avLst/>
          </a:prstGeom>
          <a:solidFill>
            <a:schemeClr val="accent5">
              <a:lumMod val="50000"/>
            </a:schemeClr>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lnSpc>
                <a:spcPct val="115000"/>
              </a:lnSpc>
              <a:spcAft>
                <a:spcPts val="1000"/>
              </a:spcAft>
            </a:pPr>
            <a:r>
              <a:rPr lang="pt-BR" sz="1100" dirty="0">
                <a:effectLst/>
                <a:ea typeface="Calibri" panose="020F0502020204030204"/>
                <a:cs typeface="Times New Roman" panose="02020603050405020304"/>
              </a:rPr>
              <a:t>RT-NWS.E.05-REV.01</a:t>
            </a:r>
            <a:endParaRPr lang="en-US" sz="1100" dirty="0">
              <a:effectLst/>
              <a:ea typeface="Calibri" panose="020F0502020204030204"/>
              <a:cs typeface="Times New Roman" panose="02020603050405020304"/>
            </a:endParaRPr>
          </a:p>
        </p:txBody>
      </p:sp>
      <p:pic>
        <p:nvPicPr>
          <p:cNvPr id="10" name="Imagem 9"/>
          <p:cNvPicPr/>
          <p:nvPr userDrawn="1"/>
        </p:nvPicPr>
        <p:blipFill>
          <a:blip r:embed="rId13" cstate="print">
            <a:extLst>
              <a:ext uri="{28A0092B-C50C-407E-A947-70E740481C1C}">
                <a14:useLocalDpi xmlns:a14="http://schemas.microsoft.com/office/drawing/2010/main" val="0"/>
              </a:ext>
            </a:extLst>
          </a:blip>
          <a:stretch>
            <a:fillRect/>
          </a:stretch>
        </p:blipFill>
        <p:spPr>
          <a:xfrm>
            <a:off x="4798695" y="8672639"/>
            <a:ext cx="2059305" cy="483235"/>
          </a:xfrm>
          <a:prstGeom prst="rect">
            <a:avLst/>
          </a:prstGeom>
        </p:spPr>
      </p:pic>
      <p:sp>
        <p:nvSpPr>
          <p:cNvPr id="11" name="Caixa de texto 40"/>
          <p:cNvSpPr txBox="1">
            <a:spLocks noChangeArrowheads="1"/>
          </p:cNvSpPr>
          <p:nvPr userDrawn="1"/>
        </p:nvSpPr>
        <p:spPr bwMode="auto">
          <a:xfrm>
            <a:off x="-1" y="8949881"/>
            <a:ext cx="6181125" cy="194119"/>
          </a:xfrm>
          <a:prstGeom prst="rect">
            <a:avLst/>
          </a:prstGeom>
          <a:noFill/>
          <a:ln>
            <a:noFill/>
          </a:ln>
        </p:spPr>
        <p:txBody>
          <a:bodyPr rot="0" vert="horz" wrap="square" lIns="91440" tIns="45720" rIns="91440" bIns="45720" anchor="t" anchorCtr="0" upright="1">
            <a:noAutofit/>
          </a:bodyPr>
          <a:lstStyle/>
          <a:p>
            <a:pPr algn="ctr">
              <a:lnSpc>
                <a:spcPct val="115000"/>
              </a:lnSpc>
              <a:spcAft>
                <a:spcPts val="1000"/>
              </a:spcAft>
              <a:tabLst>
                <a:tab pos="2860040" algn="ctr"/>
                <a:tab pos="6566535" algn="r"/>
              </a:tabLst>
            </a:pPr>
            <a:r>
              <a:rPr lang="pt-BR" sz="600" i="1" kern="1200">
                <a:solidFill>
                  <a:srgbClr val="808080"/>
                </a:solidFill>
                <a:effectLst/>
                <a:latin typeface="Arial" panose="020B0604020202020204"/>
                <a:ea typeface="Calibri" panose="020F0502020204030204"/>
                <a:cs typeface="Times New Roman" panose="02020603050405020304"/>
              </a:rPr>
              <a:t>Av. Dr. Chucri Zaidan, 940 - 3º Andar - Vila Cordeiro - São Paulo – SP – CEP: 04583-110</a:t>
            </a:r>
            <a:endParaRPr lang="en-US" sz="1100">
              <a:effectLst/>
              <a:latin typeface="Calibri" panose="020F0502020204030204"/>
              <a:ea typeface="Calibri" panose="020F0502020204030204"/>
              <a:cs typeface="Times New Roman" panose="02020603050405020304"/>
            </a:endParaRPr>
          </a:p>
        </p:txBody>
      </p:sp>
      <p:sp>
        <p:nvSpPr>
          <p:cNvPr id="13" name="Caixa de texto 43"/>
          <p:cNvSpPr txBox="1"/>
          <p:nvPr userDrawn="1"/>
        </p:nvSpPr>
        <p:spPr>
          <a:xfrm>
            <a:off x="0" y="623661"/>
            <a:ext cx="4005064" cy="131443"/>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noAutofit/>
          </a:bodyPr>
          <a:lstStyle/>
          <a:p>
            <a:pPr>
              <a:lnSpc>
                <a:spcPct val="115000"/>
              </a:lnSpc>
              <a:spcAft>
                <a:spcPts val="1000"/>
              </a:spcAft>
            </a:pPr>
            <a:r>
              <a:rPr lang="pt-BR" sz="700" b="1" i="1" dirty="0">
                <a:effectLst/>
                <a:latin typeface="Arial" panose="020B0604020202020204"/>
                <a:ea typeface="Calibri" panose="020F0502020204030204"/>
                <a:cs typeface="Times New Roman" panose="02020603050405020304"/>
              </a:rPr>
              <a:t>Este</a:t>
            </a:r>
            <a:r>
              <a:rPr lang="pt-BR" sz="700" b="1" i="1" baseline="0" dirty="0">
                <a:effectLst/>
                <a:latin typeface="Arial" panose="020B0604020202020204"/>
                <a:ea typeface="Calibri" panose="020F0502020204030204"/>
                <a:cs typeface="Times New Roman" panose="02020603050405020304"/>
              </a:rPr>
              <a:t> Relatório é valido a partir de 05/07/2021 cancelando os anteriores </a:t>
            </a:r>
            <a:endParaRPr lang="en-US" sz="1100" dirty="0">
              <a:effectLst/>
              <a:ea typeface="Calibri" panose="020F0502020204030204"/>
              <a:cs typeface="Times New Roman" panose="02020603050405020304"/>
            </a:endParaRPr>
          </a:p>
        </p:txBody>
      </p:sp>
      <p:sp>
        <p:nvSpPr>
          <p:cNvPr id="14" name="Caixa de Texto 13"/>
          <p:cNvSpPr txBox="1"/>
          <p:nvPr userDrawn="1"/>
        </p:nvSpPr>
        <p:spPr>
          <a:xfrm>
            <a:off x="0" y="755104"/>
            <a:ext cx="3805555" cy="21336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noAutofit/>
          </a:bodyPr>
          <a:lstStyle/>
          <a:p>
            <a:pPr>
              <a:lnSpc>
                <a:spcPct val="115000"/>
              </a:lnSpc>
              <a:spcAft>
                <a:spcPts val="1000"/>
              </a:spcAft>
            </a:pPr>
            <a:r>
              <a:rPr lang="pt-BR" sz="700" b="1" i="1" dirty="0">
                <a:effectLst/>
                <a:latin typeface="Arial" panose="020B0604020202020204"/>
                <a:ea typeface="Calibri" panose="020F0502020204030204"/>
                <a:cs typeface="Times New Roman" panose="02020603050405020304"/>
              </a:rPr>
              <a:t>Abrangência</a:t>
            </a:r>
            <a:r>
              <a:rPr lang="pt-BR" sz="700" i="1" dirty="0">
                <a:effectLst/>
                <a:latin typeface="Arial" panose="020B0604020202020204"/>
                <a:ea typeface="Calibri" panose="020F0502020204030204"/>
                <a:cs typeface="Times New Roman" panose="02020603050405020304"/>
              </a:rPr>
              <a:t>: Rede Credenciada – Distribuidor / Revenda</a:t>
            </a:r>
            <a:endParaRPr lang="en-US" sz="1100" dirty="0">
              <a:effectLst/>
              <a:ea typeface="Calibri" panose="020F0502020204030204"/>
              <a:cs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342900" y="366713"/>
            <a:ext cx="6172200" cy="1524000"/>
          </a:xfrm>
          <a:prstGeom prst="rect">
            <a:avLst/>
          </a:prstGeom>
        </p:spPr>
        <p:txBody>
          <a:bodyPr vert="horz" lIns="91440" tIns="45720" rIns="91440" bIns="45720" rtlCol="0" anchor="ctr">
            <a:normAutofit/>
          </a:bodyPr>
          <a:lstStyle/>
          <a:p>
            <a:r>
              <a:rPr lang="pt-BR"/>
              <a:t>Clique para editar o título mestre</a:t>
            </a:r>
            <a:endParaRPr lang="en-US"/>
          </a:p>
        </p:txBody>
      </p:sp>
      <p:sp>
        <p:nvSpPr>
          <p:cNvPr id="3" name="Espaço Reservado para Texto 2"/>
          <p:cNvSpPr>
            <a:spLocks noGrp="1"/>
          </p:cNvSpPr>
          <p:nvPr>
            <p:ph type="body" idx="1"/>
          </p:nvPr>
        </p:nvSpPr>
        <p:spPr>
          <a:xfrm>
            <a:off x="342900" y="2133600"/>
            <a:ext cx="6172200" cy="6034088"/>
          </a:xfrm>
          <a:prstGeom prst="rect">
            <a:avLst/>
          </a:prstGeom>
        </p:spPr>
        <p:txBody>
          <a:bodyPr vert="horz" lIns="91440" tIns="45720" rIns="91440" bIns="45720" rtlCol="0">
            <a:normAutofit/>
          </a:bodyPr>
          <a:lstStyle/>
          <a:p>
            <a:pPr lvl="0"/>
            <a:r>
              <a:rPr lang="pt-BR"/>
              <a:t>Clique para editar o texto mestre</a:t>
            </a:r>
            <a:endParaRPr lang="pt-BR"/>
          </a:p>
          <a:p>
            <a:pPr lvl="1"/>
            <a:r>
              <a:rPr lang="pt-BR"/>
              <a:t>Segundo nível</a:t>
            </a:r>
            <a:endParaRPr lang="pt-BR"/>
          </a:p>
          <a:p>
            <a:pPr lvl="2"/>
            <a:r>
              <a:rPr lang="pt-BR"/>
              <a:t>Terceiro nível</a:t>
            </a:r>
            <a:endParaRPr lang="pt-BR"/>
          </a:p>
          <a:p>
            <a:pPr lvl="3"/>
            <a:r>
              <a:rPr lang="pt-BR"/>
              <a:t>Quarto nível</a:t>
            </a:r>
            <a:endParaRPr lang="pt-BR"/>
          </a:p>
          <a:p>
            <a:pPr lvl="4"/>
            <a:r>
              <a:rPr lang="pt-BR"/>
              <a:t>Quinto nível</a:t>
            </a:r>
            <a:endParaRPr lang="en-US"/>
          </a:p>
        </p:txBody>
      </p:sp>
      <p:sp>
        <p:nvSpPr>
          <p:cNvPr id="4" name="Espaço Reservado para Data 3"/>
          <p:cNvSpPr>
            <a:spLocks noGrp="1"/>
          </p:cNvSpPr>
          <p:nvPr>
            <p:ph type="dt" sz="half" idx="2"/>
          </p:nvPr>
        </p:nvSpPr>
        <p:spPr>
          <a:xfrm>
            <a:off x="342900" y="8475663"/>
            <a:ext cx="1600200" cy="485775"/>
          </a:xfrm>
          <a:prstGeom prst="rect">
            <a:avLst/>
          </a:prstGeom>
        </p:spPr>
        <p:txBody>
          <a:bodyPr vert="horz" lIns="91440" tIns="45720" rIns="91440" bIns="45720" rtlCol="0" anchor="ctr"/>
          <a:lstStyle>
            <a:lvl1pPr algn="l">
              <a:defRPr sz="1200">
                <a:solidFill>
                  <a:schemeClr val="tx1">
                    <a:tint val="75000"/>
                  </a:schemeClr>
                </a:solidFill>
              </a:defRPr>
            </a:lvl1pPr>
          </a:lstStyle>
          <a:p>
            <a:fld id="{254D26A4-2BCA-47CE-8249-4856479AAA98}" type="datetimeFigureOut">
              <a:rPr lang="en-US" smtClean="0"/>
            </a:fld>
            <a:endParaRPr lang="en-US"/>
          </a:p>
        </p:txBody>
      </p:sp>
      <p:sp>
        <p:nvSpPr>
          <p:cNvPr id="5" name="Espaço Reservado para Rodapé 4"/>
          <p:cNvSpPr>
            <a:spLocks noGrp="1"/>
          </p:cNvSpPr>
          <p:nvPr>
            <p:ph type="ftr" sz="quarter" idx="3"/>
          </p:nvPr>
        </p:nvSpPr>
        <p:spPr>
          <a:xfrm>
            <a:off x="2343150" y="8475663"/>
            <a:ext cx="2171700" cy="48577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Espaço Reservado para Número de Slide 5"/>
          <p:cNvSpPr>
            <a:spLocks noGrp="1"/>
          </p:cNvSpPr>
          <p:nvPr>
            <p:ph type="sldNum" sz="quarter" idx="4"/>
          </p:nvPr>
        </p:nvSpPr>
        <p:spPr>
          <a:xfrm>
            <a:off x="4914900" y="8475663"/>
            <a:ext cx="1600200" cy="485775"/>
          </a:xfrm>
          <a:prstGeom prst="rect">
            <a:avLst/>
          </a:prstGeom>
        </p:spPr>
        <p:txBody>
          <a:bodyPr vert="horz" lIns="91440" tIns="45720" rIns="91440" bIns="45720" rtlCol="0" anchor="ctr"/>
          <a:lstStyle>
            <a:lvl1pPr algn="r">
              <a:defRPr sz="1200">
                <a:solidFill>
                  <a:schemeClr val="tx1">
                    <a:tint val="75000"/>
                  </a:schemeClr>
                </a:solidFill>
              </a:defRPr>
            </a:lvl1pPr>
          </a:lstStyle>
          <a:p>
            <a:fld id="{B46DDC54-1274-46EC-ACA6-7EEA034933A3}"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tângulo 4"/>
          <p:cNvSpPr/>
          <p:nvPr/>
        </p:nvSpPr>
        <p:spPr>
          <a:xfrm>
            <a:off x="2033588" y="3000375"/>
            <a:ext cx="4563764" cy="3190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6" name="Retângulo 5"/>
          <p:cNvSpPr/>
          <p:nvPr/>
        </p:nvSpPr>
        <p:spPr>
          <a:xfrm>
            <a:off x="2026940" y="3381772"/>
            <a:ext cx="1834108" cy="3190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BR019818-S</a:t>
            </a:r>
            <a:endParaRPr lang="en-US" sz="1200" dirty="0">
              <a:solidFill>
                <a:schemeClr val="tx1"/>
              </a:solidFill>
            </a:endParaRPr>
          </a:p>
        </p:txBody>
      </p:sp>
      <p:sp>
        <p:nvSpPr>
          <p:cNvPr id="7" name="Retângulo 6"/>
          <p:cNvSpPr/>
          <p:nvPr/>
        </p:nvSpPr>
        <p:spPr>
          <a:xfrm>
            <a:off x="2033588" y="3779912"/>
            <a:ext cx="4563764" cy="3190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8" name="Retângulo 7"/>
          <p:cNvSpPr/>
          <p:nvPr/>
        </p:nvSpPr>
        <p:spPr>
          <a:xfrm>
            <a:off x="2033588" y="4188145"/>
            <a:ext cx="4563764" cy="3190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9" name="Retângulo 8"/>
          <p:cNvSpPr/>
          <p:nvPr/>
        </p:nvSpPr>
        <p:spPr>
          <a:xfrm>
            <a:off x="2026940" y="4576763"/>
            <a:ext cx="4570412" cy="3190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10" name="Retângulo 9"/>
          <p:cNvSpPr/>
          <p:nvPr/>
        </p:nvSpPr>
        <p:spPr>
          <a:xfrm>
            <a:off x="2026940" y="5220072"/>
            <a:ext cx="4570412" cy="3190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11" name="Retângulo 10"/>
          <p:cNvSpPr/>
          <p:nvPr/>
        </p:nvSpPr>
        <p:spPr>
          <a:xfrm>
            <a:off x="2026940" y="5599162"/>
            <a:ext cx="4570412" cy="3190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12" name="Retângulo 11"/>
          <p:cNvSpPr/>
          <p:nvPr/>
        </p:nvSpPr>
        <p:spPr>
          <a:xfrm>
            <a:off x="2026940" y="6012160"/>
            <a:ext cx="2554188" cy="3190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13" name="Retângulo 12"/>
          <p:cNvSpPr/>
          <p:nvPr/>
        </p:nvSpPr>
        <p:spPr>
          <a:xfrm>
            <a:off x="5134260" y="5993110"/>
            <a:ext cx="1463092" cy="3190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14" name="Retângulo 13"/>
          <p:cNvSpPr/>
          <p:nvPr/>
        </p:nvSpPr>
        <p:spPr>
          <a:xfrm>
            <a:off x="2026940" y="6412458"/>
            <a:ext cx="4570412" cy="3190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16" name="Retângulo 15"/>
          <p:cNvSpPr/>
          <p:nvPr/>
        </p:nvSpPr>
        <p:spPr>
          <a:xfrm>
            <a:off x="2026940" y="6804248"/>
            <a:ext cx="4570412" cy="3190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17" name="Retângulo 16"/>
          <p:cNvSpPr/>
          <p:nvPr/>
        </p:nvSpPr>
        <p:spPr>
          <a:xfrm>
            <a:off x="1581150" y="7452320"/>
            <a:ext cx="2063874" cy="44708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18" name="Retângulo 17"/>
          <p:cNvSpPr/>
          <p:nvPr/>
        </p:nvSpPr>
        <p:spPr>
          <a:xfrm>
            <a:off x="4581128" y="7458670"/>
            <a:ext cx="2016224" cy="44708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19" name="Retângulo 18"/>
          <p:cNvSpPr/>
          <p:nvPr/>
        </p:nvSpPr>
        <p:spPr>
          <a:xfrm>
            <a:off x="1581150" y="7969250"/>
            <a:ext cx="1559818" cy="31541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20" name="Retângulo 19"/>
          <p:cNvSpPr/>
          <p:nvPr/>
        </p:nvSpPr>
        <p:spPr>
          <a:xfrm>
            <a:off x="4586734" y="7969250"/>
            <a:ext cx="2010618" cy="30906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23" name="Retângulo 22"/>
          <p:cNvSpPr/>
          <p:nvPr/>
        </p:nvSpPr>
        <p:spPr>
          <a:xfrm>
            <a:off x="1581150" y="8356674"/>
            <a:ext cx="2063874" cy="31541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p:cNvSpPr/>
          <p:nvPr/>
        </p:nvSpPr>
        <p:spPr>
          <a:xfrm>
            <a:off x="3429000" y="1835696"/>
            <a:ext cx="3168352" cy="23762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Insira a foto aqui</a:t>
            </a:r>
            <a:endParaRPr lang="pt-BR" dirty="0">
              <a:solidFill>
                <a:schemeClr val="tx1"/>
              </a:solidFill>
            </a:endParaRPr>
          </a:p>
        </p:txBody>
      </p:sp>
      <p:sp>
        <p:nvSpPr>
          <p:cNvPr id="9" name="Retângulo 8"/>
          <p:cNvSpPr/>
          <p:nvPr/>
        </p:nvSpPr>
        <p:spPr>
          <a:xfrm>
            <a:off x="3356992" y="5148064"/>
            <a:ext cx="1296144" cy="12961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Insira a foto aqui</a:t>
            </a:r>
            <a:endParaRPr lang="pt-BR" dirty="0">
              <a:solidFill>
                <a:schemeClr val="tx1"/>
              </a:solidFill>
            </a:endParaRPr>
          </a:p>
        </p:txBody>
      </p:sp>
      <p:sp>
        <p:nvSpPr>
          <p:cNvPr id="10" name="Retângulo 9"/>
          <p:cNvSpPr/>
          <p:nvPr/>
        </p:nvSpPr>
        <p:spPr>
          <a:xfrm>
            <a:off x="5085184" y="5148064"/>
            <a:ext cx="1296144" cy="12961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Insira a foto aqui</a:t>
            </a:r>
            <a:endParaRPr lang="pt-BR" dirty="0">
              <a:solidFill>
                <a:schemeClr val="tx1"/>
              </a:solidFill>
            </a:endParaRPr>
          </a:p>
        </p:txBody>
      </p:sp>
      <p:sp>
        <p:nvSpPr>
          <p:cNvPr id="11" name="CaixaDeTexto 10"/>
          <p:cNvSpPr txBox="1"/>
          <p:nvPr/>
        </p:nvSpPr>
        <p:spPr>
          <a:xfrm>
            <a:off x="3933056" y="6444208"/>
            <a:ext cx="720080" cy="246221"/>
          </a:xfrm>
          <a:prstGeom prst="rect">
            <a:avLst/>
          </a:prstGeom>
          <a:noFill/>
        </p:spPr>
        <p:txBody>
          <a:bodyPr wrap="square" rtlCol="0">
            <a:spAutoFit/>
          </a:bodyPr>
          <a:lstStyle/>
          <a:p>
            <a:r>
              <a:rPr lang="pt-BR" sz="1000" dirty="0"/>
              <a:t>Insira aqui</a:t>
            </a:r>
            <a:endParaRPr lang="pt-BR" sz="1000" dirty="0"/>
          </a:p>
        </p:txBody>
      </p:sp>
      <p:sp>
        <p:nvSpPr>
          <p:cNvPr id="12" name="CaixaDeTexto 11"/>
          <p:cNvSpPr txBox="1"/>
          <p:nvPr/>
        </p:nvSpPr>
        <p:spPr>
          <a:xfrm>
            <a:off x="5661248" y="6444208"/>
            <a:ext cx="720080" cy="246221"/>
          </a:xfrm>
          <a:prstGeom prst="rect">
            <a:avLst/>
          </a:prstGeom>
          <a:noFill/>
        </p:spPr>
        <p:txBody>
          <a:bodyPr wrap="square" rtlCol="0">
            <a:spAutoFit/>
          </a:bodyPr>
          <a:lstStyle/>
          <a:p>
            <a:r>
              <a:rPr lang="pt-BR" sz="1000" dirty="0"/>
              <a:t>Insira aqui</a:t>
            </a:r>
            <a:endParaRPr lang="pt-BR" sz="1000" dirty="0"/>
          </a:p>
        </p:txBody>
      </p:sp>
      <p:sp>
        <p:nvSpPr>
          <p:cNvPr id="13" name="Retângulo 12"/>
          <p:cNvSpPr/>
          <p:nvPr/>
        </p:nvSpPr>
        <p:spPr>
          <a:xfrm>
            <a:off x="3356992" y="6876256"/>
            <a:ext cx="1375353" cy="15841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Insira a foto aqui</a:t>
            </a:r>
            <a:endParaRPr lang="pt-BR" dirty="0">
              <a:solidFill>
                <a:schemeClr val="tx1"/>
              </a:solidFill>
            </a:endParaRPr>
          </a:p>
        </p:txBody>
      </p:sp>
      <p:sp>
        <p:nvSpPr>
          <p:cNvPr id="14" name="Retângulo 13"/>
          <p:cNvSpPr/>
          <p:nvPr/>
        </p:nvSpPr>
        <p:spPr>
          <a:xfrm>
            <a:off x="4973571" y="6864027"/>
            <a:ext cx="1375353" cy="15841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Insira a foto aqui</a:t>
            </a:r>
            <a:endParaRPr lang="pt-BR" dirty="0">
              <a:solidFill>
                <a:schemeClr val="tx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aixaDeTexto 10"/>
          <p:cNvSpPr txBox="1"/>
          <p:nvPr/>
        </p:nvSpPr>
        <p:spPr>
          <a:xfrm>
            <a:off x="3933056" y="6444208"/>
            <a:ext cx="720080" cy="246221"/>
          </a:xfrm>
          <a:prstGeom prst="rect">
            <a:avLst/>
          </a:prstGeom>
          <a:noFill/>
        </p:spPr>
        <p:txBody>
          <a:bodyPr wrap="square" rtlCol="0">
            <a:spAutoFit/>
          </a:bodyPr>
          <a:lstStyle/>
          <a:p>
            <a:r>
              <a:rPr lang="pt-BR" sz="1000" dirty="0"/>
              <a:t>Insira aqui</a:t>
            </a:r>
            <a:endParaRPr lang="pt-BR" sz="1000" dirty="0"/>
          </a:p>
        </p:txBody>
      </p:sp>
      <p:sp>
        <p:nvSpPr>
          <p:cNvPr id="12" name="CaixaDeTexto 11"/>
          <p:cNvSpPr txBox="1"/>
          <p:nvPr/>
        </p:nvSpPr>
        <p:spPr>
          <a:xfrm>
            <a:off x="5661248" y="6444208"/>
            <a:ext cx="720080" cy="246221"/>
          </a:xfrm>
          <a:prstGeom prst="rect">
            <a:avLst/>
          </a:prstGeom>
          <a:noFill/>
        </p:spPr>
        <p:txBody>
          <a:bodyPr wrap="square" rtlCol="0">
            <a:spAutoFit/>
          </a:bodyPr>
          <a:lstStyle/>
          <a:p>
            <a:r>
              <a:rPr lang="pt-BR" sz="1000" dirty="0"/>
              <a:t>Insira aqui</a:t>
            </a:r>
            <a:endParaRPr lang="pt-BR"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p:cNvSpPr/>
          <p:nvPr/>
        </p:nvSpPr>
        <p:spPr>
          <a:xfrm>
            <a:off x="260648" y="1619672"/>
            <a:ext cx="6368752" cy="454109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400" dirty="0">
                <a:solidFill>
                  <a:schemeClr val="tx1"/>
                </a:solidFill>
              </a:rPr>
              <a:t>Insira a foto da peça ( excluindo Motor; Placas; Serpentina e Compressor </a:t>
            </a:r>
            <a:endParaRPr lang="en-US" sz="1400" dirty="0">
              <a:solidFill>
                <a:schemeClr val="tx1"/>
              </a:solidFill>
            </a:endParaRPr>
          </a:p>
        </p:txBody>
      </p:sp>
    </p:spTree>
  </p:cSld>
  <p:clrMapOvr>
    <a:masterClrMapping/>
  </p:clrMapOvr>
</p:sld>
</file>

<file path=ppt/theme/theme1.xml><?xml version="1.0" encoding="utf-8"?>
<a:theme xmlns:a="http://schemas.openxmlformats.org/drawingml/2006/main" name="Tema do Office">
  <a:themeElements>
    <a:clrScheme name="Amarelo">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Personalizar design">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397</Words>
  <Application>WPS Presentation</Application>
  <PresentationFormat>Apresentação na tela (4:3)</PresentationFormat>
  <Paragraphs>52</Paragraphs>
  <Slides>4</Slides>
  <Notes>0</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4</vt:i4>
      </vt:variant>
    </vt:vector>
  </HeadingPairs>
  <TitlesOfParts>
    <vt:vector size="18" baseType="lpstr">
      <vt:lpstr>Arial</vt:lpstr>
      <vt:lpstr>SimSun</vt:lpstr>
      <vt:lpstr>Wingdings</vt:lpstr>
      <vt:lpstr>Calibri</vt:lpstr>
      <vt:lpstr>Times New Roman</vt:lpstr>
      <vt:lpstr>Arial</vt:lpstr>
      <vt:lpstr>Calibri</vt:lpstr>
      <vt:lpstr>Verdana</vt:lpstr>
      <vt:lpstr>Shonar Bangla</vt:lpstr>
      <vt:lpstr>Segoe UI Symbol</vt:lpstr>
      <vt:lpstr>Microsoft YaHei</vt:lpstr>
      <vt:lpstr>Arial Unicode MS</vt:lpstr>
      <vt:lpstr>Tema do Office</vt:lpstr>
      <vt:lpstr>Personalizar design</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avieira.souza</dc:creator>
  <cp:lastModifiedBy>PÓS-VENDAS 2</cp:lastModifiedBy>
  <cp:revision>68</cp:revision>
  <cp:lastPrinted>2019-09-30T16:16:00Z</cp:lastPrinted>
  <dcterms:created xsi:type="dcterms:W3CDTF">2019-09-28T11:59:00Z</dcterms:created>
  <dcterms:modified xsi:type="dcterms:W3CDTF">2025-01-08T17:19:29Z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D5BA35C5468448F196A07DB68718FBB7_13</vt:lpwstr>
  </property>
  <property fmtid="{D5CDD505-2E9C-101B-9397-08002B2CF9AE}" pid="3" name="KSOProductBuildVer">
    <vt:lpwstr>1046-12.2.0.19307</vt:lpwstr>
  </property>
</Properties>
</file>